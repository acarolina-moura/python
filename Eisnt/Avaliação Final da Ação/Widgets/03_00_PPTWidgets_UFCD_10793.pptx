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5"/>
  </p:notesMasterIdLst>
  <p:sldIdLst>
    <p:sldId id="256" r:id="rId2"/>
    <p:sldId id="274" r:id="rId3"/>
    <p:sldId id="275" r:id="rId4"/>
  </p:sldIdLst>
  <p:sldSz cx="9144000" cy="6858000" type="screen4x3"/>
  <p:notesSz cx="9144000" cy="6858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E6A4F4-0B60-4D0B-BA56-0C2C9834CB1D}" v="3" dt="2023-07-10T16:50:41.929"/>
    <p1510:client id="{256DE638-FEDD-46B0-98B2-6551B9745FFA}" v="1" dt="2023-07-10T13:57:20.418"/>
    <p1510:client id="{DAB4C586-FB33-481C-BCBE-F163E38AA79A}" v="16" dt="2023-07-10T15:28:22.39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7" d="100"/>
          <a:sy n="97" d="100"/>
        </p:scale>
        <p:origin x="1686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liana Oliveira" userId="42d4026b03335bd1" providerId="LiveId" clId="{60B35142-CCE9-4505-A5C7-5894B2296590}"/>
    <pc:docChg chg="undo custSel modSld">
      <pc:chgData name="Liliana Oliveira" userId="42d4026b03335bd1" providerId="LiveId" clId="{60B35142-CCE9-4505-A5C7-5894B2296590}" dt="2023-06-28T15:01:28.824" v="265" actId="20577"/>
      <pc:docMkLst>
        <pc:docMk/>
      </pc:docMkLst>
      <pc:sldChg chg="addSp delSp modSp mod">
        <pc:chgData name="Liliana Oliveira" userId="42d4026b03335bd1" providerId="LiveId" clId="{60B35142-CCE9-4505-A5C7-5894B2296590}" dt="2023-06-28T14:47:36.407" v="4" actId="478"/>
        <pc:sldMkLst>
          <pc:docMk/>
          <pc:sldMk cId="0" sldId="256"/>
        </pc:sldMkLst>
        <pc:spChg chg="del">
          <ac:chgData name="Liliana Oliveira" userId="42d4026b03335bd1" providerId="LiveId" clId="{60B35142-CCE9-4505-A5C7-5894B2296590}" dt="2023-06-28T14:47:29.228" v="0" actId="478"/>
          <ac:spMkLst>
            <pc:docMk/>
            <pc:sldMk cId="0" sldId="256"/>
            <ac:spMk id="3" creationId="{00000000-0000-0000-0000-000000000000}"/>
          </ac:spMkLst>
        </pc:spChg>
        <pc:spChg chg="del">
          <ac:chgData name="Liliana Oliveira" userId="42d4026b03335bd1" providerId="LiveId" clId="{60B35142-CCE9-4505-A5C7-5894B2296590}" dt="2023-06-28T14:47:31.983" v="1" actId="478"/>
          <ac:spMkLst>
            <pc:docMk/>
            <pc:sldMk cId="0" sldId="256"/>
            <ac:spMk id="4" creationId="{00000000-0000-0000-0000-000000000000}"/>
          </ac:spMkLst>
        </pc:spChg>
        <pc:spChg chg="del">
          <ac:chgData name="Liliana Oliveira" userId="42d4026b03335bd1" providerId="LiveId" clId="{60B35142-CCE9-4505-A5C7-5894B2296590}" dt="2023-06-28T14:47:36.407" v="4" actId="478"/>
          <ac:spMkLst>
            <pc:docMk/>
            <pc:sldMk cId="0" sldId="256"/>
            <ac:spMk id="5" creationId="{00000000-0000-0000-0000-000000000000}"/>
          </ac:spMkLst>
        </pc:spChg>
        <pc:spChg chg="add del mod">
          <ac:chgData name="Liliana Oliveira" userId="42d4026b03335bd1" providerId="LiveId" clId="{60B35142-CCE9-4505-A5C7-5894B2296590}" dt="2023-06-28T14:47:34.918" v="3" actId="478"/>
          <ac:spMkLst>
            <pc:docMk/>
            <pc:sldMk cId="0" sldId="256"/>
            <ac:spMk id="7" creationId="{7B286C4E-E70C-8698-BBA3-AFEB8C8C58D3}"/>
          </ac:spMkLst>
        </pc:spChg>
        <pc:picChg chg="del">
          <ac:chgData name="Liliana Oliveira" userId="42d4026b03335bd1" providerId="LiveId" clId="{60B35142-CCE9-4505-A5C7-5894B2296590}" dt="2023-06-28T14:47:33.302" v="2" actId="478"/>
          <ac:picMkLst>
            <pc:docMk/>
            <pc:sldMk cId="0" sldId="256"/>
            <ac:picMk id="2" creationId="{00000000-0000-0000-0000-000000000000}"/>
          </ac:picMkLst>
        </pc:picChg>
      </pc:sldChg>
      <pc:sldChg chg="delSp modSp mod">
        <pc:chgData name="Liliana Oliveira" userId="42d4026b03335bd1" providerId="LiveId" clId="{60B35142-CCE9-4505-A5C7-5894B2296590}" dt="2023-06-28T14:48:19.989" v="6"/>
        <pc:sldMkLst>
          <pc:docMk/>
          <pc:sldMk cId="0" sldId="257"/>
        </pc:sldMkLst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57"/>
            <ac:spMk id="2" creationId="{00000000-0000-0000-0000-000000000000}"/>
          </ac:spMkLst>
        </pc:spChg>
        <pc:spChg chg="del">
          <ac:chgData name="Liliana Oliveira" userId="42d4026b03335bd1" providerId="LiveId" clId="{60B35142-CCE9-4505-A5C7-5894B2296590}" dt="2023-06-28T14:47:41.342" v="5" actId="478"/>
          <ac:spMkLst>
            <pc:docMk/>
            <pc:sldMk cId="0" sldId="257"/>
            <ac:spMk id="4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57"/>
            <ac:spMk id="5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57"/>
            <ac:spMk id="6" creationId="{00000000-0000-0000-0000-000000000000}"/>
          </ac:spMkLst>
        </pc:spChg>
      </pc:sldChg>
      <pc:sldChg chg="modSp mod">
        <pc:chgData name="Liliana Oliveira" userId="42d4026b03335bd1" providerId="LiveId" clId="{60B35142-CCE9-4505-A5C7-5894B2296590}" dt="2023-06-28T14:48:39.819" v="10" actId="20577"/>
        <pc:sldMkLst>
          <pc:docMk/>
          <pc:sldMk cId="3841694599" sldId="258"/>
        </pc:sldMkLst>
        <pc:spChg chg="mod">
          <ac:chgData name="Liliana Oliveira" userId="42d4026b03335bd1" providerId="LiveId" clId="{60B35142-CCE9-4505-A5C7-5894B2296590}" dt="2023-06-28T14:48:27.772" v="8" actId="113"/>
          <ac:spMkLst>
            <pc:docMk/>
            <pc:sldMk cId="3841694599" sldId="258"/>
            <ac:spMk id="2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39.819" v="10" actId="20577"/>
          <ac:spMkLst>
            <pc:docMk/>
            <pc:sldMk cId="3841694599" sldId="258"/>
            <ac:spMk id="3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3841694599" sldId="258"/>
            <ac:spMk id="6" creationId="{00000000-0000-0000-0000-000000000000}"/>
          </ac:spMkLst>
        </pc:spChg>
      </pc:sldChg>
      <pc:sldChg chg="delSp modSp mod">
        <pc:chgData name="Liliana Oliveira" userId="42d4026b03335bd1" providerId="LiveId" clId="{60B35142-CCE9-4505-A5C7-5894B2296590}" dt="2023-06-28T14:49:10.960" v="18" actId="478"/>
        <pc:sldMkLst>
          <pc:docMk/>
          <pc:sldMk cId="2902970363" sldId="259"/>
        </pc:sldMkLst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2902970363" sldId="259"/>
            <ac:spMk id="2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9:06.674" v="16" actId="20577"/>
          <ac:spMkLst>
            <pc:docMk/>
            <pc:sldMk cId="2902970363" sldId="259"/>
            <ac:spMk id="3" creationId="{00000000-0000-0000-0000-000000000000}"/>
          </ac:spMkLst>
        </pc:spChg>
        <pc:spChg chg="del mod">
          <ac:chgData name="Liliana Oliveira" userId="42d4026b03335bd1" providerId="LiveId" clId="{60B35142-CCE9-4505-A5C7-5894B2296590}" dt="2023-06-28T14:49:10.960" v="18" actId="478"/>
          <ac:spMkLst>
            <pc:docMk/>
            <pc:sldMk cId="2902970363" sldId="259"/>
            <ac:spMk id="4" creationId="{00000000-0000-0000-0000-000000000000}"/>
          </ac:spMkLst>
        </pc:spChg>
        <pc:spChg chg="del mod">
          <ac:chgData name="Liliana Oliveira" userId="42d4026b03335bd1" providerId="LiveId" clId="{60B35142-CCE9-4505-A5C7-5894B2296590}" dt="2023-06-28T14:49:09.182" v="17" actId="478"/>
          <ac:spMkLst>
            <pc:docMk/>
            <pc:sldMk cId="2902970363" sldId="259"/>
            <ac:spMk id="5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2902970363" sldId="259"/>
            <ac:spMk id="6" creationId="{00000000-0000-0000-0000-000000000000}"/>
          </ac:spMkLst>
        </pc:spChg>
      </pc:sldChg>
      <pc:sldChg chg="modSp">
        <pc:chgData name="Liliana Oliveira" userId="42d4026b03335bd1" providerId="LiveId" clId="{60B35142-CCE9-4505-A5C7-5894B2296590}" dt="2023-06-28T14:48:19.989" v="6"/>
        <pc:sldMkLst>
          <pc:docMk/>
          <pc:sldMk cId="2583434824" sldId="260"/>
        </pc:sldMkLst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2583434824" sldId="260"/>
            <ac:spMk id="20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2583434824" sldId="260"/>
            <ac:spMk id="21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2583434824" sldId="260"/>
            <ac:spMk id="22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2583434824" sldId="260"/>
            <ac:spMk id="23" creationId="{00000000-0000-0000-0000-000000000000}"/>
          </ac:spMkLst>
        </pc:spChg>
      </pc:sldChg>
      <pc:sldChg chg="modSp">
        <pc:chgData name="Liliana Oliveira" userId="42d4026b03335bd1" providerId="LiveId" clId="{60B35142-CCE9-4505-A5C7-5894B2296590}" dt="2023-06-28T14:48:19.989" v="6"/>
        <pc:sldMkLst>
          <pc:docMk/>
          <pc:sldMk cId="1903352967" sldId="261"/>
        </pc:sldMkLst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1903352967" sldId="261"/>
            <ac:spMk id="2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1903352967" sldId="261"/>
            <ac:spMk id="3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1903352967" sldId="261"/>
            <ac:spMk id="4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1903352967" sldId="261"/>
            <ac:spMk id="5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1903352967" sldId="261"/>
            <ac:spMk id="6" creationId="{00000000-0000-0000-0000-000000000000}"/>
          </ac:spMkLst>
        </pc:spChg>
      </pc:sldChg>
      <pc:sldChg chg="modSp mod">
        <pc:chgData name="Liliana Oliveira" userId="42d4026b03335bd1" providerId="LiveId" clId="{60B35142-CCE9-4505-A5C7-5894B2296590}" dt="2023-06-28T14:49:48.558" v="22" actId="20577"/>
        <pc:sldMkLst>
          <pc:docMk/>
          <pc:sldMk cId="3875848577" sldId="262"/>
        </pc:sldMkLst>
        <pc:spChg chg="mod">
          <ac:chgData name="Liliana Oliveira" userId="42d4026b03335bd1" providerId="LiveId" clId="{60B35142-CCE9-4505-A5C7-5894B2296590}" dt="2023-06-28T14:49:36.246" v="19" actId="1076"/>
          <ac:spMkLst>
            <pc:docMk/>
            <pc:sldMk cId="3875848577" sldId="262"/>
            <ac:spMk id="2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9:48.558" v="22" actId="20577"/>
          <ac:spMkLst>
            <pc:docMk/>
            <pc:sldMk cId="3875848577" sldId="262"/>
            <ac:spMk id="3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3875848577" sldId="262"/>
            <ac:spMk id="4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3875848577" sldId="262"/>
            <ac:spMk id="5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3875848577" sldId="262"/>
            <ac:spMk id="6" creationId="{00000000-0000-0000-0000-000000000000}"/>
          </ac:spMkLst>
        </pc:spChg>
      </pc:sldChg>
      <pc:sldChg chg="modSp mod">
        <pc:chgData name="Liliana Oliveira" userId="42d4026b03335bd1" providerId="LiveId" clId="{60B35142-CCE9-4505-A5C7-5894B2296590}" dt="2023-06-28T14:49:56.630" v="23" actId="1076"/>
        <pc:sldMkLst>
          <pc:docMk/>
          <pc:sldMk cId="428235269" sldId="263"/>
        </pc:sldMkLst>
        <pc:spChg chg="mod">
          <ac:chgData name="Liliana Oliveira" userId="42d4026b03335bd1" providerId="LiveId" clId="{60B35142-CCE9-4505-A5C7-5894B2296590}" dt="2023-06-28T14:49:56.630" v="23" actId="1076"/>
          <ac:spMkLst>
            <pc:docMk/>
            <pc:sldMk cId="428235269" sldId="263"/>
            <ac:spMk id="3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428235269" sldId="263"/>
            <ac:spMk id="6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428235269" sldId="263"/>
            <ac:spMk id="7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428235269" sldId="263"/>
            <ac:spMk id="8" creationId="{00000000-0000-0000-0000-000000000000}"/>
          </ac:spMkLst>
        </pc:spChg>
      </pc:sldChg>
      <pc:sldChg chg="modSp mod">
        <pc:chgData name="Liliana Oliveira" userId="42d4026b03335bd1" providerId="LiveId" clId="{60B35142-CCE9-4505-A5C7-5894B2296590}" dt="2023-06-28T14:50:06.353" v="24" actId="1076"/>
        <pc:sldMkLst>
          <pc:docMk/>
          <pc:sldMk cId="2111394934" sldId="264"/>
        </pc:sldMkLst>
        <pc:spChg chg="mod">
          <ac:chgData name="Liliana Oliveira" userId="42d4026b03335bd1" providerId="LiveId" clId="{60B35142-CCE9-4505-A5C7-5894B2296590}" dt="2023-06-28T14:50:06.353" v="24" actId="1076"/>
          <ac:spMkLst>
            <pc:docMk/>
            <pc:sldMk cId="2111394934" sldId="264"/>
            <ac:spMk id="2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2111394934" sldId="264"/>
            <ac:spMk id="5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2111394934" sldId="264"/>
            <ac:spMk id="6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2111394934" sldId="264"/>
            <ac:spMk id="7" creationId="{00000000-0000-0000-0000-000000000000}"/>
          </ac:spMkLst>
        </pc:spChg>
      </pc:sldChg>
      <pc:sldChg chg="modSp mod">
        <pc:chgData name="Liliana Oliveira" userId="42d4026b03335bd1" providerId="LiveId" clId="{60B35142-CCE9-4505-A5C7-5894B2296590}" dt="2023-06-28T14:50:20.727" v="32" actId="6549"/>
        <pc:sldMkLst>
          <pc:docMk/>
          <pc:sldMk cId="2739895003" sldId="265"/>
        </pc:sldMkLst>
        <pc:spChg chg="mod">
          <ac:chgData name="Liliana Oliveira" userId="42d4026b03335bd1" providerId="LiveId" clId="{60B35142-CCE9-4505-A5C7-5894B2296590}" dt="2023-06-28T14:50:20.727" v="32" actId="6549"/>
          <ac:spMkLst>
            <pc:docMk/>
            <pc:sldMk cId="2739895003" sldId="265"/>
            <ac:spMk id="2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50:13.044" v="25" actId="1076"/>
          <ac:spMkLst>
            <pc:docMk/>
            <pc:sldMk cId="2739895003" sldId="265"/>
            <ac:spMk id="4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2739895003" sldId="265"/>
            <ac:spMk id="6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2739895003" sldId="265"/>
            <ac:spMk id="7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2739895003" sldId="265"/>
            <ac:spMk id="8" creationId="{00000000-0000-0000-0000-000000000000}"/>
          </ac:spMkLst>
        </pc:spChg>
      </pc:sldChg>
      <pc:sldChg chg="modSp mod">
        <pc:chgData name="Liliana Oliveira" userId="42d4026b03335bd1" providerId="LiveId" clId="{60B35142-CCE9-4505-A5C7-5894B2296590}" dt="2023-06-28T14:50:28.533" v="33" actId="1076"/>
        <pc:sldMkLst>
          <pc:docMk/>
          <pc:sldMk cId="3868980743" sldId="266"/>
        </pc:sldMkLst>
        <pc:spChg chg="mod">
          <ac:chgData name="Liliana Oliveira" userId="42d4026b03335bd1" providerId="LiveId" clId="{60B35142-CCE9-4505-A5C7-5894B2296590}" dt="2023-06-28T14:50:28.533" v="33" actId="1076"/>
          <ac:spMkLst>
            <pc:docMk/>
            <pc:sldMk cId="3868980743" sldId="266"/>
            <ac:spMk id="4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3868980743" sldId="266"/>
            <ac:spMk id="6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3868980743" sldId="266"/>
            <ac:spMk id="7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3868980743" sldId="266"/>
            <ac:spMk id="8" creationId="{00000000-0000-0000-0000-000000000000}"/>
          </ac:spMkLst>
        </pc:spChg>
      </pc:sldChg>
      <pc:sldChg chg="modSp mod">
        <pc:chgData name="Liliana Oliveira" userId="42d4026b03335bd1" providerId="LiveId" clId="{60B35142-CCE9-4505-A5C7-5894B2296590}" dt="2023-06-28T14:50:54.836" v="66" actId="14100"/>
        <pc:sldMkLst>
          <pc:docMk/>
          <pc:sldMk cId="3361162796" sldId="267"/>
        </pc:sldMkLst>
        <pc:spChg chg="mod">
          <ac:chgData name="Liliana Oliveira" userId="42d4026b03335bd1" providerId="LiveId" clId="{60B35142-CCE9-4505-A5C7-5894B2296590}" dt="2023-06-28T14:50:54.836" v="66" actId="14100"/>
          <ac:spMkLst>
            <pc:docMk/>
            <pc:sldMk cId="3361162796" sldId="267"/>
            <ac:spMk id="29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3361162796" sldId="267"/>
            <ac:spMk id="36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3361162796" sldId="267"/>
            <ac:spMk id="37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3361162796" sldId="267"/>
            <ac:spMk id="38" creationId="{00000000-0000-0000-0000-000000000000}"/>
          </ac:spMkLst>
        </pc:spChg>
      </pc:sldChg>
      <pc:sldChg chg="modSp">
        <pc:chgData name="Liliana Oliveira" userId="42d4026b03335bd1" providerId="LiveId" clId="{60B35142-CCE9-4505-A5C7-5894B2296590}" dt="2023-06-28T14:48:19.989" v="6"/>
        <pc:sldMkLst>
          <pc:docMk/>
          <pc:sldMk cId="2181327277" sldId="268"/>
        </pc:sldMkLst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2181327277" sldId="268"/>
            <ac:spMk id="2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2181327277" sldId="268"/>
            <ac:spMk id="3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2181327277" sldId="268"/>
            <ac:spMk id="4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2181327277" sldId="268"/>
            <ac:spMk id="5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2181327277" sldId="268"/>
            <ac:spMk id="6" creationId="{00000000-0000-0000-0000-000000000000}"/>
          </ac:spMkLst>
        </pc:spChg>
      </pc:sldChg>
      <pc:sldChg chg="modSp">
        <pc:chgData name="Liliana Oliveira" userId="42d4026b03335bd1" providerId="LiveId" clId="{60B35142-CCE9-4505-A5C7-5894B2296590}" dt="2023-06-28T14:48:19.989" v="6"/>
        <pc:sldMkLst>
          <pc:docMk/>
          <pc:sldMk cId="1568287486" sldId="269"/>
        </pc:sldMkLst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1568287486" sldId="269"/>
            <ac:spMk id="2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1568287486" sldId="269"/>
            <ac:spMk id="4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1568287486" sldId="269"/>
            <ac:spMk id="5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1568287486" sldId="269"/>
            <ac:spMk id="6" creationId="{00000000-0000-0000-0000-000000000000}"/>
          </ac:spMkLst>
        </pc:spChg>
      </pc:sldChg>
      <pc:sldChg chg="modSp mod">
        <pc:chgData name="Liliana Oliveira" userId="42d4026b03335bd1" providerId="LiveId" clId="{60B35142-CCE9-4505-A5C7-5894B2296590}" dt="2023-06-28T14:51:35.377" v="106" actId="20577"/>
        <pc:sldMkLst>
          <pc:docMk/>
          <pc:sldMk cId="1509300872" sldId="270"/>
        </pc:sldMkLst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1509300872" sldId="270"/>
            <ac:spMk id="2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51:35.377" v="106" actId="20577"/>
          <ac:spMkLst>
            <pc:docMk/>
            <pc:sldMk cId="1509300872" sldId="270"/>
            <ac:spMk id="4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1509300872" sldId="270"/>
            <ac:spMk id="10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1509300872" sldId="270"/>
            <ac:spMk id="11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1509300872" sldId="270"/>
            <ac:spMk id="12" creationId="{00000000-0000-0000-0000-000000000000}"/>
          </ac:spMkLst>
        </pc:spChg>
      </pc:sldChg>
      <pc:sldChg chg="modSp mod">
        <pc:chgData name="Liliana Oliveira" userId="42d4026b03335bd1" providerId="LiveId" clId="{60B35142-CCE9-4505-A5C7-5894B2296590}" dt="2023-06-28T14:52:00.622" v="108" actId="20577"/>
        <pc:sldMkLst>
          <pc:docMk/>
          <pc:sldMk cId="198229707" sldId="271"/>
        </pc:sldMkLst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198229707" sldId="271"/>
            <ac:spMk id="4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198229707" sldId="271"/>
            <ac:spMk id="6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198229707" sldId="271"/>
            <ac:spMk id="7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198229707" sldId="271"/>
            <ac:spMk id="8" creationId="{00000000-0000-0000-0000-000000000000}"/>
          </ac:spMkLst>
        </pc:spChg>
        <pc:graphicFrameChg chg="modGraphic">
          <ac:chgData name="Liliana Oliveira" userId="42d4026b03335bd1" providerId="LiveId" clId="{60B35142-CCE9-4505-A5C7-5894B2296590}" dt="2023-06-28T14:52:00.622" v="108" actId="20577"/>
          <ac:graphicFrameMkLst>
            <pc:docMk/>
            <pc:sldMk cId="198229707" sldId="271"/>
            <ac:graphicFrameMk id="5" creationId="{00000000-0000-0000-0000-000000000000}"/>
          </ac:graphicFrameMkLst>
        </pc:graphicFrameChg>
      </pc:sldChg>
      <pc:sldChg chg="modSp mod">
        <pc:chgData name="Liliana Oliveira" userId="42d4026b03335bd1" providerId="LiveId" clId="{60B35142-CCE9-4505-A5C7-5894B2296590}" dt="2023-06-28T14:52:14.424" v="109" actId="113"/>
        <pc:sldMkLst>
          <pc:docMk/>
          <pc:sldMk cId="3277934338" sldId="272"/>
        </pc:sldMkLst>
        <pc:spChg chg="mod">
          <ac:chgData name="Liliana Oliveira" userId="42d4026b03335bd1" providerId="LiveId" clId="{60B35142-CCE9-4505-A5C7-5894B2296590}" dt="2023-06-28T14:52:14.424" v="109" actId="113"/>
          <ac:spMkLst>
            <pc:docMk/>
            <pc:sldMk cId="3277934338" sldId="272"/>
            <ac:spMk id="2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3277934338" sldId="272"/>
            <ac:spMk id="3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3277934338" sldId="272"/>
            <ac:spMk id="4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3277934338" sldId="272"/>
            <ac:spMk id="5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3277934338" sldId="272"/>
            <ac:spMk id="6" creationId="{00000000-0000-0000-0000-000000000000}"/>
          </ac:spMkLst>
        </pc:spChg>
      </pc:sldChg>
      <pc:sldChg chg="modSp">
        <pc:chgData name="Liliana Oliveira" userId="42d4026b03335bd1" providerId="LiveId" clId="{60B35142-CCE9-4505-A5C7-5894B2296590}" dt="2023-06-28T14:48:19.989" v="6"/>
        <pc:sldMkLst>
          <pc:docMk/>
          <pc:sldMk cId="2520585126" sldId="273"/>
        </pc:sldMkLst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2520585126" sldId="273"/>
            <ac:spMk id="5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2520585126" sldId="273"/>
            <ac:spMk id="6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2520585126" sldId="273"/>
            <ac:spMk id="7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2520585126" sldId="273"/>
            <ac:spMk id="8" creationId="{00000000-0000-0000-0000-000000000000}"/>
          </ac:spMkLst>
        </pc:spChg>
      </pc:sldChg>
      <pc:sldChg chg="modSp mod">
        <pc:chgData name="Liliana Oliveira" userId="42d4026b03335bd1" providerId="LiveId" clId="{60B35142-CCE9-4505-A5C7-5894B2296590}" dt="2023-06-28T14:52:26.344" v="110" actId="1076"/>
        <pc:sldMkLst>
          <pc:docMk/>
          <pc:sldMk cId="2636569593" sldId="274"/>
        </pc:sldMkLst>
        <pc:spChg chg="mod">
          <ac:chgData name="Liliana Oliveira" userId="42d4026b03335bd1" providerId="LiveId" clId="{60B35142-CCE9-4505-A5C7-5894B2296590}" dt="2023-06-28T14:52:26.344" v="110" actId="1076"/>
          <ac:spMkLst>
            <pc:docMk/>
            <pc:sldMk cId="2636569593" sldId="274"/>
            <ac:spMk id="4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2636569593" sldId="274"/>
            <ac:spMk id="6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2636569593" sldId="274"/>
            <ac:spMk id="7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2636569593" sldId="274"/>
            <ac:spMk id="8" creationId="{00000000-0000-0000-0000-000000000000}"/>
          </ac:spMkLst>
        </pc:spChg>
      </pc:sldChg>
      <pc:sldChg chg="modSp">
        <pc:chgData name="Liliana Oliveira" userId="42d4026b03335bd1" providerId="LiveId" clId="{60B35142-CCE9-4505-A5C7-5894B2296590}" dt="2023-06-28T14:48:19.989" v="6"/>
        <pc:sldMkLst>
          <pc:docMk/>
          <pc:sldMk cId="2597674053" sldId="275"/>
        </pc:sldMkLst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2597674053" sldId="275"/>
            <ac:spMk id="3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2597674053" sldId="275"/>
            <ac:spMk id="6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2597674053" sldId="275"/>
            <ac:spMk id="7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2597674053" sldId="275"/>
            <ac:spMk id="8" creationId="{00000000-0000-0000-0000-000000000000}"/>
          </ac:spMkLst>
        </pc:spChg>
      </pc:sldChg>
      <pc:sldChg chg="modSp">
        <pc:chgData name="Liliana Oliveira" userId="42d4026b03335bd1" providerId="LiveId" clId="{60B35142-CCE9-4505-A5C7-5894B2296590}" dt="2023-06-28T14:48:19.989" v="6"/>
        <pc:sldMkLst>
          <pc:docMk/>
          <pc:sldMk cId="2497294280" sldId="276"/>
        </pc:sldMkLst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2497294280" sldId="276"/>
            <ac:spMk id="2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2497294280" sldId="276"/>
            <ac:spMk id="7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2497294280" sldId="276"/>
            <ac:spMk id="8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2497294280" sldId="276"/>
            <ac:spMk id="9" creationId="{00000000-0000-0000-0000-000000000000}"/>
          </ac:spMkLst>
        </pc:spChg>
      </pc:sldChg>
      <pc:sldChg chg="modSp mod">
        <pc:chgData name="Liliana Oliveira" userId="42d4026b03335bd1" providerId="LiveId" clId="{60B35142-CCE9-4505-A5C7-5894B2296590}" dt="2023-06-28T14:52:38.100" v="111" actId="1076"/>
        <pc:sldMkLst>
          <pc:docMk/>
          <pc:sldMk cId="4176242054" sldId="277"/>
        </pc:sldMkLst>
        <pc:spChg chg="mod">
          <ac:chgData name="Liliana Oliveira" userId="42d4026b03335bd1" providerId="LiveId" clId="{60B35142-CCE9-4505-A5C7-5894B2296590}" dt="2023-06-28T14:52:38.100" v="111" actId="1076"/>
          <ac:spMkLst>
            <pc:docMk/>
            <pc:sldMk cId="4176242054" sldId="277"/>
            <ac:spMk id="2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4176242054" sldId="277"/>
            <ac:spMk id="9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4176242054" sldId="277"/>
            <ac:spMk id="10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4176242054" sldId="277"/>
            <ac:spMk id="11" creationId="{00000000-0000-0000-0000-000000000000}"/>
          </ac:spMkLst>
        </pc:spChg>
      </pc:sldChg>
      <pc:sldChg chg="modSp mod">
        <pc:chgData name="Liliana Oliveira" userId="42d4026b03335bd1" providerId="LiveId" clId="{60B35142-CCE9-4505-A5C7-5894B2296590}" dt="2023-06-28T14:52:42.084" v="112" actId="1076"/>
        <pc:sldMkLst>
          <pc:docMk/>
          <pc:sldMk cId="0" sldId="278"/>
        </pc:sldMkLst>
        <pc:spChg chg="mod">
          <ac:chgData name="Liliana Oliveira" userId="42d4026b03335bd1" providerId="LiveId" clId="{60B35142-CCE9-4505-A5C7-5894B2296590}" dt="2023-06-28T14:52:42.084" v="112" actId="1076"/>
          <ac:spMkLst>
            <pc:docMk/>
            <pc:sldMk cId="0" sldId="278"/>
            <ac:spMk id="2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78"/>
            <ac:spMk id="6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78"/>
            <ac:spMk id="7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78"/>
            <ac:spMk id="8" creationId="{00000000-0000-0000-0000-000000000000}"/>
          </ac:spMkLst>
        </pc:spChg>
      </pc:sldChg>
      <pc:sldChg chg="modSp mod">
        <pc:chgData name="Liliana Oliveira" userId="42d4026b03335bd1" providerId="LiveId" clId="{60B35142-CCE9-4505-A5C7-5894B2296590}" dt="2023-06-28T14:52:46.904" v="113" actId="1076"/>
        <pc:sldMkLst>
          <pc:docMk/>
          <pc:sldMk cId="0" sldId="279"/>
        </pc:sldMkLst>
        <pc:spChg chg="mod">
          <ac:chgData name="Liliana Oliveira" userId="42d4026b03335bd1" providerId="LiveId" clId="{60B35142-CCE9-4505-A5C7-5894B2296590}" dt="2023-06-28T14:52:46.904" v="113" actId="1076"/>
          <ac:spMkLst>
            <pc:docMk/>
            <pc:sldMk cId="0" sldId="279"/>
            <ac:spMk id="6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79"/>
            <ac:spMk id="7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79"/>
            <ac:spMk id="8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79"/>
            <ac:spMk id="9" creationId="{00000000-0000-0000-0000-000000000000}"/>
          </ac:spMkLst>
        </pc:spChg>
      </pc:sldChg>
      <pc:sldChg chg="modSp">
        <pc:chgData name="Liliana Oliveira" userId="42d4026b03335bd1" providerId="LiveId" clId="{60B35142-CCE9-4505-A5C7-5894B2296590}" dt="2023-06-28T14:48:19.989" v="6"/>
        <pc:sldMkLst>
          <pc:docMk/>
          <pc:sldMk cId="0" sldId="280"/>
        </pc:sldMkLst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80"/>
            <ac:spMk id="2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80"/>
            <ac:spMk id="8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80"/>
            <ac:spMk id="9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80"/>
            <ac:spMk id="10" creationId="{00000000-0000-0000-0000-000000000000}"/>
          </ac:spMkLst>
        </pc:spChg>
      </pc:sldChg>
      <pc:sldChg chg="modSp mod">
        <pc:chgData name="Liliana Oliveira" userId="42d4026b03335bd1" providerId="LiveId" clId="{60B35142-CCE9-4505-A5C7-5894B2296590}" dt="2023-06-28T14:52:52.839" v="114" actId="1076"/>
        <pc:sldMkLst>
          <pc:docMk/>
          <pc:sldMk cId="0" sldId="281"/>
        </pc:sldMkLst>
        <pc:spChg chg="mod">
          <ac:chgData name="Liliana Oliveira" userId="42d4026b03335bd1" providerId="LiveId" clId="{60B35142-CCE9-4505-A5C7-5894B2296590}" dt="2023-06-28T14:52:52.839" v="114" actId="1076"/>
          <ac:spMkLst>
            <pc:docMk/>
            <pc:sldMk cId="0" sldId="281"/>
            <ac:spMk id="2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81"/>
            <ac:spMk id="9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81"/>
            <ac:spMk id="10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81"/>
            <ac:spMk id="11" creationId="{00000000-0000-0000-0000-000000000000}"/>
          </ac:spMkLst>
        </pc:spChg>
      </pc:sldChg>
      <pc:sldChg chg="modSp">
        <pc:chgData name="Liliana Oliveira" userId="42d4026b03335bd1" providerId="LiveId" clId="{60B35142-CCE9-4505-A5C7-5894B2296590}" dt="2023-06-28T14:48:19.989" v="6"/>
        <pc:sldMkLst>
          <pc:docMk/>
          <pc:sldMk cId="0" sldId="282"/>
        </pc:sldMkLst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82"/>
            <ac:spMk id="2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82"/>
            <ac:spMk id="3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82"/>
            <ac:spMk id="4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82"/>
            <ac:spMk id="5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82"/>
            <ac:spMk id="6" creationId="{00000000-0000-0000-0000-000000000000}"/>
          </ac:spMkLst>
        </pc:spChg>
      </pc:sldChg>
      <pc:sldChg chg="modSp mod">
        <pc:chgData name="Liliana Oliveira" userId="42d4026b03335bd1" providerId="LiveId" clId="{60B35142-CCE9-4505-A5C7-5894B2296590}" dt="2023-06-28T14:53:24.176" v="131" actId="20577"/>
        <pc:sldMkLst>
          <pc:docMk/>
          <pc:sldMk cId="0" sldId="283"/>
        </pc:sldMkLst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83"/>
            <ac:spMk id="2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53:24.176" v="131" actId="20577"/>
          <ac:spMkLst>
            <pc:docMk/>
            <pc:sldMk cId="0" sldId="283"/>
            <ac:spMk id="3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83"/>
            <ac:spMk id="6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83"/>
            <ac:spMk id="7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83"/>
            <ac:spMk id="8" creationId="{00000000-0000-0000-0000-000000000000}"/>
          </ac:spMkLst>
        </pc:spChg>
      </pc:sldChg>
      <pc:sldChg chg="modSp mod">
        <pc:chgData name="Liliana Oliveira" userId="42d4026b03335bd1" providerId="LiveId" clId="{60B35142-CCE9-4505-A5C7-5894B2296590}" dt="2023-06-28T14:54:28.823" v="182" actId="20577"/>
        <pc:sldMkLst>
          <pc:docMk/>
          <pc:sldMk cId="0" sldId="284"/>
        </pc:sldMkLst>
        <pc:spChg chg="mod">
          <ac:chgData name="Liliana Oliveira" userId="42d4026b03335bd1" providerId="LiveId" clId="{60B35142-CCE9-4505-A5C7-5894B2296590}" dt="2023-06-28T14:54:28.823" v="182" actId="20577"/>
          <ac:spMkLst>
            <pc:docMk/>
            <pc:sldMk cId="0" sldId="284"/>
            <ac:spMk id="2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84"/>
            <ac:spMk id="3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84"/>
            <ac:spMk id="4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84"/>
            <ac:spMk id="5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84"/>
            <ac:spMk id="6" creationId="{00000000-0000-0000-0000-000000000000}"/>
          </ac:spMkLst>
        </pc:spChg>
      </pc:sldChg>
      <pc:sldChg chg="modSp mod">
        <pc:chgData name="Liliana Oliveira" userId="42d4026b03335bd1" providerId="LiveId" clId="{60B35142-CCE9-4505-A5C7-5894B2296590}" dt="2023-06-28T14:55:21.812" v="196" actId="6549"/>
        <pc:sldMkLst>
          <pc:docMk/>
          <pc:sldMk cId="0" sldId="285"/>
        </pc:sldMkLst>
        <pc:spChg chg="mod">
          <ac:chgData name="Liliana Oliveira" userId="42d4026b03335bd1" providerId="LiveId" clId="{60B35142-CCE9-4505-A5C7-5894B2296590}" dt="2023-06-28T14:55:12.854" v="195" actId="20577"/>
          <ac:spMkLst>
            <pc:docMk/>
            <pc:sldMk cId="0" sldId="285"/>
            <ac:spMk id="2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55:21.812" v="196" actId="6549"/>
          <ac:spMkLst>
            <pc:docMk/>
            <pc:sldMk cId="0" sldId="285"/>
            <ac:spMk id="3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54:42.873" v="183" actId="14100"/>
          <ac:spMkLst>
            <pc:docMk/>
            <pc:sldMk cId="0" sldId="285"/>
            <ac:spMk id="4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85"/>
            <ac:spMk id="7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85"/>
            <ac:spMk id="8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85"/>
            <ac:spMk id="9" creationId="{00000000-0000-0000-0000-000000000000}"/>
          </ac:spMkLst>
        </pc:spChg>
      </pc:sldChg>
      <pc:sldChg chg="modSp mod">
        <pc:chgData name="Liliana Oliveira" userId="42d4026b03335bd1" providerId="LiveId" clId="{60B35142-CCE9-4505-A5C7-5894B2296590}" dt="2023-06-28T14:55:32.735" v="199" actId="20577"/>
        <pc:sldMkLst>
          <pc:docMk/>
          <pc:sldMk cId="0" sldId="286"/>
        </pc:sldMkLst>
        <pc:spChg chg="mod">
          <ac:chgData name="Liliana Oliveira" userId="42d4026b03335bd1" providerId="LiveId" clId="{60B35142-CCE9-4505-A5C7-5894B2296590}" dt="2023-06-28T14:55:32.735" v="199" actId="20577"/>
          <ac:spMkLst>
            <pc:docMk/>
            <pc:sldMk cId="0" sldId="286"/>
            <ac:spMk id="2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86"/>
            <ac:spMk id="3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86"/>
            <ac:spMk id="4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86"/>
            <ac:spMk id="5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86"/>
            <ac:spMk id="6" creationId="{00000000-0000-0000-0000-000000000000}"/>
          </ac:spMkLst>
        </pc:spChg>
      </pc:sldChg>
      <pc:sldChg chg="modSp">
        <pc:chgData name="Liliana Oliveira" userId="42d4026b03335bd1" providerId="LiveId" clId="{60B35142-CCE9-4505-A5C7-5894B2296590}" dt="2023-06-28T14:48:19.989" v="6"/>
        <pc:sldMkLst>
          <pc:docMk/>
          <pc:sldMk cId="0" sldId="287"/>
        </pc:sldMkLst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87"/>
            <ac:spMk id="3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87"/>
            <ac:spMk id="4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87"/>
            <ac:spMk id="5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87"/>
            <ac:spMk id="6" creationId="{00000000-0000-0000-0000-000000000000}"/>
          </ac:spMkLst>
        </pc:spChg>
      </pc:sldChg>
      <pc:sldChg chg="modSp">
        <pc:chgData name="Liliana Oliveira" userId="42d4026b03335bd1" providerId="LiveId" clId="{60B35142-CCE9-4505-A5C7-5894B2296590}" dt="2023-06-28T14:48:19.989" v="6"/>
        <pc:sldMkLst>
          <pc:docMk/>
          <pc:sldMk cId="0" sldId="288"/>
        </pc:sldMkLst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88"/>
            <ac:spMk id="6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88"/>
            <ac:spMk id="7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88"/>
            <ac:spMk id="8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88"/>
            <ac:spMk id="9" creationId="{00000000-0000-0000-0000-000000000000}"/>
          </ac:spMkLst>
        </pc:spChg>
      </pc:sldChg>
      <pc:sldChg chg="modSp">
        <pc:chgData name="Liliana Oliveira" userId="42d4026b03335bd1" providerId="LiveId" clId="{60B35142-CCE9-4505-A5C7-5894B2296590}" dt="2023-06-28T14:48:19.989" v="6"/>
        <pc:sldMkLst>
          <pc:docMk/>
          <pc:sldMk cId="0" sldId="289"/>
        </pc:sldMkLst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89"/>
            <ac:spMk id="4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89"/>
            <ac:spMk id="5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89"/>
            <ac:spMk id="6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89"/>
            <ac:spMk id="7" creationId="{00000000-0000-0000-0000-000000000000}"/>
          </ac:spMkLst>
        </pc:spChg>
      </pc:sldChg>
      <pc:sldChg chg="modSp">
        <pc:chgData name="Liliana Oliveira" userId="42d4026b03335bd1" providerId="LiveId" clId="{60B35142-CCE9-4505-A5C7-5894B2296590}" dt="2023-06-28T14:48:19.989" v="6"/>
        <pc:sldMkLst>
          <pc:docMk/>
          <pc:sldMk cId="0" sldId="290"/>
        </pc:sldMkLst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90"/>
            <ac:spMk id="4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90"/>
            <ac:spMk id="5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90"/>
            <ac:spMk id="6" creationId="{00000000-0000-0000-0000-000000000000}"/>
          </ac:spMkLst>
        </pc:spChg>
      </pc:sldChg>
      <pc:sldChg chg="modSp">
        <pc:chgData name="Liliana Oliveira" userId="42d4026b03335bd1" providerId="LiveId" clId="{60B35142-CCE9-4505-A5C7-5894B2296590}" dt="2023-06-28T14:48:19.989" v="6"/>
        <pc:sldMkLst>
          <pc:docMk/>
          <pc:sldMk cId="0" sldId="291"/>
        </pc:sldMkLst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91"/>
            <ac:spMk id="2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91"/>
            <ac:spMk id="3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91"/>
            <ac:spMk id="4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91"/>
            <ac:spMk id="5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91"/>
            <ac:spMk id="6" creationId="{00000000-0000-0000-0000-000000000000}"/>
          </ac:spMkLst>
        </pc:spChg>
      </pc:sldChg>
      <pc:sldChg chg="modSp">
        <pc:chgData name="Liliana Oliveira" userId="42d4026b03335bd1" providerId="LiveId" clId="{60B35142-CCE9-4505-A5C7-5894B2296590}" dt="2023-06-28T14:48:19.989" v="6"/>
        <pc:sldMkLst>
          <pc:docMk/>
          <pc:sldMk cId="0" sldId="292"/>
        </pc:sldMkLst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92"/>
            <ac:spMk id="2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92"/>
            <ac:spMk id="4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92"/>
            <ac:spMk id="5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92"/>
            <ac:spMk id="6" creationId="{00000000-0000-0000-0000-000000000000}"/>
          </ac:spMkLst>
        </pc:spChg>
      </pc:sldChg>
      <pc:sldChg chg="modSp mod">
        <pc:chgData name="Liliana Oliveira" userId="42d4026b03335bd1" providerId="LiveId" clId="{60B35142-CCE9-4505-A5C7-5894B2296590}" dt="2023-06-28T14:56:16.816" v="200" actId="1076"/>
        <pc:sldMkLst>
          <pc:docMk/>
          <pc:sldMk cId="0" sldId="293"/>
        </pc:sldMkLst>
        <pc:spChg chg="mod">
          <ac:chgData name="Liliana Oliveira" userId="42d4026b03335bd1" providerId="LiveId" clId="{60B35142-CCE9-4505-A5C7-5894B2296590}" dt="2023-06-28T14:56:16.816" v="200" actId="1076"/>
          <ac:spMkLst>
            <pc:docMk/>
            <pc:sldMk cId="0" sldId="293"/>
            <ac:spMk id="3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93"/>
            <ac:spMk id="4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93"/>
            <ac:spMk id="5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93"/>
            <ac:spMk id="6" creationId="{00000000-0000-0000-0000-000000000000}"/>
          </ac:spMkLst>
        </pc:spChg>
      </pc:sldChg>
      <pc:sldChg chg="modSp mod">
        <pc:chgData name="Liliana Oliveira" userId="42d4026b03335bd1" providerId="LiveId" clId="{60B35142-CCE9-4505-A5C7-5894B2296590}" dt="2023-06-28T14:57:01.774" v="205" actId="1076"/>
        <pc:sldMkLst>
          <pc:docMk/>
          <pc:sldMk cId="0" sldId="294"/>
        </pc:sldMkLst>
        <pc:spChg chg="mod">
          <ac:chgData name="Liliana Oliveira" userId="42d4026b03335bd1" providerId="LiveId" clId="{60B35142-CCE9-4505-A5C7-5894B2296590}" dt="2023-06-28T14:56:35.728" v="203" actId="20577"/>
          <ac:spMkLst>
            <pc:docMk/>
            <pc:sldMk cId="0" sldId="294"/>
            <ac:spMk id="3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57:01.774" v="205" actId="1076"/>
          <ac:spMkLst>
            <pc:docMk/>
            <pc:sldMk cId="0" sldId="294"/>
            <ac:spMk id="5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94"/>
            <ac:spMk id="6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94"/>
            <ac:spMk id="7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94"/>
            <ac:spMk id="8" creationId="{00000000-0000-0000-0000-000000000000}"/>
          </ac:spMkLst>
        </pc:spChg>
      </pc:sldChg>
      <pc:sldChg chg="modSp mod">
        <pc:chgData name="Liliana Oliveira" userId="42d4026b03335bd1" providerId="LiveId" clId="{60B35142-CCE9-4505-A5C7-5894B2296590}" dt="2023-06-28T14:57:07.417" v="206" actId="1076"/>
        <pc:sldMkLst>
          <pc:docMk/>
          <pc:sldMk cId="0" sldId="295"/>
        </pc:sldMkLst>
        <pc:spChg chg="mod">
          <ac:chgData name="Liliana Oliveira" userId="42d4026b03335bd1" providerId="LiveId" clId="{60B35142-CCE9-4505-A5C7-5894B2296590}" dt="2023-06-28T14:57:07.417" v="206" actId="1076"/>
          <ac:spMkLst>
            <pc:docMk/>
            <pc:sldMk cId="0" sldId="295"/>
            <ac:spMk id="4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95"/>
            <ac:spMk id="5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95"/>
            <ac:spMk id="6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95"/>
            <ac:spMk id="7" creationId="{00000000-0000-0000-0000-000000000000}"/>
          </ac:spMkLst>
        </pc:spChg>
      </pc:sldChg>
      <pc:sldChg chg="modSp mod">
        <pc:chgData name="Liliana Oliveira" userId="42d4026b03335bd1" providerId="LiveId" clId="{60B35142-CCE9-4505-A5C7-5894B2296590}" dt="2023-06-28T14:56:56.193" v="204" actId="1076"/>
        <pc:sldMkLst>
          <pc:docMk/>
          <pc:sldMk cId="0" sldId="296"/>
        </pc:sldMkLst>
        <pc:spChg chg="mod">
          <ac:chgData name="Liliana Oliveira" userId="42d4026b03335bd1" providerId="LiveId" clId="{60B35142-CCE9-4505-A5C7-5894B2296590}" dt="2023-06-28T14:56:56.193" v="204" actId="1076"/>
          <ac:spMkLst>
            <pc:docMk/>
            <pc:sldMk cId="0" sldId="296"/>
            <ac:spMk id="6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96"/>
            <ac:spMk id="7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96"/>
            <ac:spMk id="8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96"/>
            <ac:spMk id="9" creationId="{00000000-0000-0000-0000-000000000000}"/>
          </ac:spMkLst>
        </pc:spChg>
      </pc:sldChg>
      <pc:sldChg chg="modSp mod">
        <pc:chgData name="Liliana Oliveira" userId="42d4026b03335bd1" providerId="LiveId" clId="{60B35142-CCE9-4505-A5C7-5894B2296590}" dt="2023-06-28T14:57:18.530" v="207" actId="1076"/>
        <pc:sldMkLst>
          <pc:docMk/>
          <pc:sldMk cId="0" sldId="297"/>
        </pc:sldMkLst>
        <pc:spChg chg="mod">
          <ac:chgData name="Liliana Oliveira" userId="42d4026b03335bd1" providerId="LiveId" clId="{60B35142-CCE9-4505-A5C7-5894B2296590}" dt="2023-06-28T14:57:18.530" v="207" actId="1076"/>
          <ac:spMkLst>
            <pc:docMk/>
            <pc:sldMk cId="0" sldId="297"/>
            <ac:spMk id="5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97"/>
            <ac:spMk id="6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97"/>
            <ac:spMk id="7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97"/>
            <ac:spMk id="8" creationId="{00000000-0000-0000-0000-000000000000}"/>
          </ac:spMkLst>
        </pc:spChg>
      </pc:sldChg>
      <pc:sldChg chg="modSp mod">
        <pc:chgData name="Liliana Oliveira" userId="42d4026b03335bd1" providerId="LiveId" clId="{60B35142-CCE9-4505-A5C7-5894B2296590}" dt="2023-06-28T14:57:24.445" v="208" actId="1076"/>
        <pc:sldMkLst>
          <pc:docMk/>
          <pc:sldMk cId="0" sldId="298"/>
        </pc:sldMkLst>
        <pc:spChg chg="mod">
          <ac:chgData name="Liliana Oliveira" userId="42d4026b03335bd1" providerId="LiveId" clId="{60B35142-CCE9-4505-A5C7-5894B2296590}" dt="2023-06-28T14:57:24.445" v="208" actId="1076"/>
          <ac:spMkLst>
            <pc:docMk/>
            <pc:sldMk cId="0" sldId="298"/>
            <ac:spMk id="3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98"/>
            <ac:spMk id="4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98"/>
            <ac:spMk id="5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98"/>
            <ac:spMk id="6" creationId="{00000000-0000-0000-0000-000000000000}"/>
          </ac:spMkLst>
        </pc:spChg>
      </pc:sldChg>
      <pc:sldChg chg="modSp mod">
        <pc:chgData name="Liliana Oliveira" userId="42d4026b03335bd1" providerId="LiveId" clId="{60B35142-CCE9-4505-A5C7-5894B2296590}" dt="2023-06-28T14:57:30.020" v="209" actId="1076"/>
        <pc:sldMkLst>
          <pc:docMk/>
          <pc:sldMk cId="0" sldId="299"/>
        </pc:sldMkLst>
        <pc:spChg chg="mod">
          <ac:chgData name="Liliana Oliveira" userId="42d4026b03335bd1" providerId="LiveId" clId="{60B35142-CCE9-4505-A5C7-5894B2296590}" dt="2023-06-28T14:57:30.020" v="209" actId="1076"/>
          <ac:spMkLst>
            <pc:docMk/>
            <pc:sldMk cId="0" sldId="299"/>
            <ac:spMk id="6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99"/>
            <ac:spMk id="7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99"/>
            <ac:spMk id="8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299"/>
            <ac:spMk id="9" creationId="{00000000-0000-0000-0000-000000000000}"/>
          </ac:spMkLst>
        </pc:spChg>
      </pc:sldChg>
      <pc:sldChg chg="modSp mod">
        <pc:chgData name="Liliana Oliveira" userId="42d4026b03335bd1" providerId="LiveId" clId="{60B35142-CCE9-4505-A5C7-5894B2296590}" dt="2023-06-28T14:57:49.425" v="216" actId="20577"/>
        <pc:sldMkLst>
          <pc:docMk/>
          <pc:sldMk cId="0" sldId="300"/>
        </pc:sldMkLst>
        <pc:spChg chg="mod">
          <ac:chgData name="Liliana Oliveira" userId="42d4026b03335bd1" providerId="LiveId" clId="{60B35142-CCE9-4505-A5C7-5894B2296590}" dt="2023-06-28T14:57:49.425" v="216" actId="20577"/>
          <ac:spMkLst>
            <pc:docMk/>
            <pc:sldMk cId="0" sldId="300"/>
            <ac:spMk id="2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57:35.625" v="210" actId="1076"/>
          <ac:spMkLst>
            <pc:docMk/>
            <pc:sldMk cId="0" sldId="300"/>
            <ac:spMk id="3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00"/>
            <ac:spMk id="5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00"/>
            <ac:spMk id="6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00"/>
            <ac:spMk id="7" creationId="{00000000-0000-0000-0000-000000000000}"/>
          </ac:spMkLst>
        </pc:spChg>
      </pc:sldChg>
      <pc:sldChg chg="modSp mod">
        <pc:chgData name="Liliana Oliveira" userId="42d4026b03335bd1" providerId="LiveId" clId="{60B35142-CCE9-4505-A5C7-5894B2296590}" dt="2023-06-28T14:58:14.183" v="220" actId="1076"/>
        <pc:sldMkLst>
          <pc:docMk/>
          <pc:sldMk cId="0" sldId="301"/>
        </pc:sldMkLst>
        <pc:spChg chg="mod">
          <ac:chgData name="Liliana Oliveira" userId="42d4026b03335bd1" providerId="LiveId" clId="{60B35142-CCE9-4505-A5C7-5894B2296590}" dt="2023-06-28T14:58:10.152" v="219" actId="20577"/>
          <ac:spMkLst>
            <pc:docMk/>
            <pc:sldMk cId="0" sldId="301"/>
            <ac:spMk id="2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58:14.183" v="220" actId="1076"/>
          <ac:spMkLst>
            <pc:docMk/>
            <pc:sldMk cId="0" sldId="301"/>
            <ac:spMk id="3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01"/>
            <ac:spMk id="5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01"/>
            <ac:spMk id="6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01"/>
            <ac:spMk id="7" creationId="{00000000-0000-0000-0000-000000000000}"/>
          </ac:spMkLst>
        </pc:spChg>
      </pc:sldChg>
      <pc:sldChg chg="modSp">
        <pc:chgData name="Liliana Oliveira" userId="42d4026b03335bd1" providerId="LiveId" clId="{60B35142-CCE9-4505-A5C7-5894B2296590}" dt="2023-06-28T14:48:19.989" v="6"/>
        <pc:sldMkLst>
          <pc:docMk/>
          <pc:sldMk cId="0" sldId="302"/>
        </pc:sldMkLst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02"/>
            <ac:spMk id="2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02"/>
            <ac:spMk id="3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02"/>
            <ac:spMk id="4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02"/>
            <ac:spMk id="5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02"/>
            <ac:spMk id="6" creationId="{00000000-0000-0000-0000-000000000000}"/>
          </ac:spMkLst>
        </pc:spChg>
      </pc:sldChg>
      <pc:sldChg chg="modSp mod">
        <pc:chgData name="Liliana Oliveira" userId="42d4026b03335bd1" providerId="LiveId" clId="{60B35142-CCE9-4505-A5C7-5894B2296590}" dt="2023-06-28T14:58:23.590" v="221" actId="1076"/>
        <pc:sldMkLst>
          <pc:docMk/>
          <pc:sldMk cId="0" sldId="303"/>
        </pc:sldMkLst>
        <pc:spChg chg="mod">
          <ac:chgData name="Liliana Oliveira" userId="42d4026b03335bd1" providerId="LiveId" clId="{60B35142-CCE9-4505-A5C7-5894B2296590}" dt="2023-06-28T14:58:23.590" v="221" actId="1076"/>
          <ac:spMkLst>
            <pc:docMk/>
            <pc:sldMk cId="0" sldId="303"/>
            <ac:spMk id="2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03"/>
            <ac:spMk id="6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03"/>
            <ac:spMk id="7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03"/>
            <ac:spMk id="8" creationId="{00000000-0000-0000-0000-000000000000}"/>
          </ac:spMkLst>
        </pc:spChg>
      </pc:sldChg>
      <pc:sldChg chg="modSp mod">
        <pc:chgData name="Liliana Oliveira" userId="42d4026b03335bd1" providerId="LiveId" clId="{60B35142-CCE9-4505-A5C7-5894B2296590}" dt="2023-06-28T14:58:33.470" v="225" actId="20577"/>
        <pc:sldMkLst>
          <pc:docMk/>
          <pc:sldMk cId="0" sldId="304"/>
        </pc:sldMkLst>
        <pc:spChg chg="mod">
          <ac:chgData name="Liliana Oliveira" userId="42d4026b03335bd1" providerId="LiveId" clId="{60B35142-CCE9-4505-A5C7-5894B2296590}" dt="2023-06-28T14:58:30.463" v="222" actId="1076"/>
          <ac:spMkLst>
            <pc:docMk/>
            <pc:sldMk cId="0" sldId="304"/>
            <ac:spMk id="2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58:33.470" v="225" actId="20577"/>
          <ac:spMkLst>
            <pc:docMk/>
            <pc:sldMk cId="0" sldId="304"/>
            <ac:spMk id="3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04"/>
            <ac:spMk id="10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04"/>
            <ac:spMk id="11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04"/>
            <ac:spMk id="12" creationId="{00000000-0000-0000-0000-000000000000}"/>
          </ac:spMkLst>
        </pc:spChg>
      </pc:sldChg>
      <pc:sldChg chg="modSp mod">
        <pc:chgData name="Liliana Oliveira" userId="42d4026b03335bd1" providerId="LiveId" clId="{60B35142-CCE9-4505-A5C7-5894B2296590}" dt="2023-06-28T14:58:50.808" v="226" actId="1076"/>
        <pc:sldMkLst>
          <pc:docMk/>
          <pc:sldMk cId="0" sldId="305"/>
        </pc:sldMkLst>
        <pc:spChg chg="mod">
          <ac:chgData name="Liliana Oliveira" userId="42d4026b03335bd1" providerId="LiveId" clId="{60B35142-CCE9-4505-A5C7-5894B2296590}" dt="2023-06-28T14:58:50.808" v="226" actId="1076"/>
          <ac:spMkLst>
            <pc:docMk/>
            <pc:sldMk cId="0" sldId="305"/>
            <ac:spMk id="3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05"/>
            <ac:spMk id="5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05"/>
            <ac:spMk id="6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05"/>
            <ac:spMk id="7" creationId="{00000000-0000-0000-0000-000000000000}"/>
          </ac:spMkLst>
        </pc:spChg>
      </pc:sldChg>
      <pc:sldChg chg="modSp mod">
        <pc:chgData name="Liliana Oliveira" userId="42d4026b03335bd1" providerId="LiveId" clId="{60B35142-CCE9-4505-A5C7-5894B2296590}" dt="2023-06-28T14:59:00.480" v="227" actId="1076"/>
        <pc:sldMkLst>
          <pc:docMk/>
          <pc:sldMk cId="0" sldId="306"/>
        </pc:sldMkLst>
        <pc:spChg chg="mod">
          <ac:chgData name="Liliana Oliveira" userId="42d4026b03335bd1" providerId="LiveId" clId="{60B35142-CCE9-4505-A5C7-5894B2296590}" dt="2023-06-28T14:59:00.480" v="227" actId="1076"/>
          <ac:spMkLst>
            <pc:docMk/>
            <pc:sldMk cId="0" sldId="306"/>
            <ac:spMk id="2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06"/>
            <ac:spMk id="4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06"/>
            <ac:spMk id="5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06"/>
            <ac:spMk id="6" creationId="{00000000-0000-0000-0000-000000000000}"/>
          </ac:spMkLst>
        </pc:spChg>
      </pc:sldChg>
      <pc:sldChg chg="modSp mod">
        <pc:chgData name="Liliana Oliveira" userId="42d4026b03335bd1" providerId="LiveId" clId="{60B35142-CCE9-4505-A5C7-5894B2296590}" dt="2023-06-28T14:59:06.299" v="228" actId="1076"/>
        <pc:sldMkLst>
          <pc:docMk/>
          <pc:sldMk cId="0" sldId="307"/>
        </pc:sldMkLst>
        <pc:spChg chg="mod">
          <ac:chgData name="Liliana Oliveira" userId="42d4026b03335bd1" providerId="LiveId" clId="{60B35142-CCE9-4505-A5C7-5894B2296590}" dt="2023-06-28T14:59:06.299" v="228" actId="1076"/>
          <ac:spMkLst>
            <pc:docMk/>
            <pc:sldMk cId="0" sldId="307"/>
            <ac:spMk id="2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07"/>
            <ac:spMk id="7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07"/>
            <ac:spMk id="8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07"/>
            <ac:spMk id="9" creationId="{00000000-0000-0000-0000-000000000000}"/>
          </ac:spMkLst>
        </pc:spChg>
      </pc:sldChg>
      <pc:sldChg chg="modSp mod">
        <pc:chgData name="Liliana Oliveira" userId="42d4026b03335bd1" providerId="LiveId" clId="{60B35142-CCE9-4505-A5C7-5894B2296590}" dt="2023-06-28T14:59:28.729" v="235" actId="20577"/>
        <pc:sldMkLst>
          <pc:docMk/>
          <pc:sldMk cId="0" sldId="308"/>
        </pc:sldMkLst>
        <pc:spChg chg="mod">
          <ac:chgData name="Liliana Oliveira" userId="42d4026b03335bd1" providerId="LiveId" clId="{60B35142-CCE9-4505-A5C7-5894B2296590}" dt="2023-06-28T14:59:28.729" v="235" actId="20577"/>
          <ac:spMkLst>
            <pc:docMk/>
            <pc:sldMk cId="0" sldId="308"/>
            <ac:spMk id="2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59:18.170" v="229" actId="1076"/>
          <ac:spMkLst>
            <pc:docMk/>
            <pc:sldMk cId="0" sldId="308"/>
            <ac:spMk id="3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08"/>
            <ac:spMk id="4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08"/>
            <ac:spMk id="5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08"/>
            <ac:spMk id="6" creationId="{00000000-0000-0000-0000-000000000000}"/>
          </ac:spMkLst>
        </pc:spChg>
      </pc:sldChg>
      <pc:sldChg chg="modSp mod">
        <pc:chgData name="Liliana Oliveira" userId="42d4026b03335bd1" providerId="LiveId" clId="{60B35142-CCE9-4505-A5C7-5894B2296590}" dt="2023-06-28T14:59:44.321" v="239" actId="1076"/>
        <pc:sldMkLst>
          <pc:docMk/>
          <pc:sldMk cId="0" sldId="309"/>
        </pc:sldMkLst>
        <pc:spChg chg="mod">
          <ac:chgData name="Liliana Oliveira" userId="42d4026b03335bd1" providerId="LiveId" clId="{60B35142-CCE9-4505-A5C7-5894B2296590}" dt="2023-06-28T14:59:37.335" v="238" actId="20577"/>
          <ac:spMkLst>
            <pc:docMk/>
            <pc:sldMk cId="0" sldId="309"/>
            <ac:spMk id="2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59:44.321" v="239" actId="1076"/>
          <ac:spMkLst>
            <pc:docMk/>
            <pc:sldMk cId="0" sldId="309"/>
            <ac:spMk id="11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09"/>
            <ac:spMk id="12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09"/>
            <ac:spMk id="13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09"/>
            <ac:spMk id="14" creationId="{00000000-0000-0000-0000-000000000000}"/>
          </ac:spMkLst>
        </pc:spChg>
      </pc:sldChg>
      <pc:sldChg chg="modSp mod">
        <pc:chgData name="Liliana Oliveira" userId="42d4026b03335bd1" providerId="LiveId" clId="{60B35142-CCE9-4505-A5C7-5894B2296590}" dt="2023-06-28T14:59:53.119" v="243" actId="20577"/>
        <pc:sldMkLst>
          <pc:docMk/>
          <pc:sldMk cId="0" sldId="310"/>
        </pc:sldMkLst>
        <pc:spChg chg="mod">
          <ac:chgData name="Liliana Oliveira" userId="42d4026b03335bd1" providerId="LiveId" clId="{60B35142-CCE9-4505-A5C7-5894B2296590}" dt="2023-06-28T14:59:53.119" v="243" actId="20577"/>
          <ac:spMkLst>
            <pc:docMk/>
            <pc:sldMk cId="0" sldId="310"/>
            <ac:spMk id="2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59:49.954" v="240" actId="1076"/>
          <ac:spMkLst>
            <pc:docMk/>
            <pc:sldMk cId="0" sldId="310"/>
            <ac:spMk id="15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10"/>
            <ac:spMk id="16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10"/>
            <ac:spMk id="17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10"/>
            <ac:spMk id="18" creationId="{00000000-0000-0000-0000-000000000000}"/>
          </ac:spMkLst>
        </pc:spChg>
      </pc:sldChg>
      <pc:sldChg chg="modSp mod">
        <pc:chgData name="Liliana Oliveira" userId="42d4026b03335bd1" providerId="LiveId" clId="{60B35142-CCE9-4505-A5C7-5894B2296590}" dt="2023-06-28T15:00:02.617" v="247" actId="20577"/>
        <pc:sldMkLst>
          <pc:docMk/>
          <pc:sldMk cId="0" sldId="311"/>
        </pc:sldMkLst>
        <pc:spChg chg="mod">
          <ac:chgData name="Liliana Oliveira" userId="42d4026b03335bd1" providerId="LiveId" clId="{60B35142-CCE9-4505-A5C7-5894B2296590}" dt="2023-06-28T15:00:02.617" v="247" actId="20577"/>
          <ac:spMkLst>
            <pc:docMk/>
            <pc:sldMk cId="0" sldId="311"/>
            <ac:spMk id="2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59:59.932" v="244" actId="1076"/>
          <ac:spMkLst>
            <pc:docMk/>
            <pc:sldMk cId="0" sldId="311"/>
            <ac:spMk id="17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11"/>
            <ac:spMk id="18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11"/>
            <ac:spMk id="19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11"/>
            <ac:spMk id="20" creationId="{00000000-0000-0000-0000-000000000000}"/>
          </ac:spMkLst>
        </pc:spChg>
      </pc:sldChg>
      <pc:sldChg chg="modSp">
        <pc:chgData name="Liliana Oliveira" userId="42d4026b03335bd1" providerId="LiveId" clId="{60B35142-CCE9-4505-A5C7-5894B2296590}" dt="2023-06-28T14:48:19.989" v="6"/>
        <pc:sldMkLst>
          <pc:docMk/>
          <pc:sldMk cId="0" sldId="312"/>
        </pc:sldMkLst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12"/>
            <ac:spMk id="2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12"/>
            <ac:spMk id="4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12"/>
            <ac:spMk id="5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12"/>
            <ac:spMk id="6" creationId="{00000000-0000-0000-0000-000000000000}"/>
          </ac:spMkLst>
        </pc:spChg>
      </pc:sldChg>
      <pc:sldChg chg="modSp">
        <pc:chgData name="Liliana Oliveira" userId="42d4026b03335bd1" providerId="LiveId" clId="{60B35142-CCE9-4505-A5C7-5894B2296590}" dt="2023-06-28T14:48:19.989" v="6"/>
        <pc:sldMkLst>
          <pc:docMk/>
          <pc:sldMk cId="0" sldId="313"/>
        </pc:sldMkLst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13"/>
            <ac:spMk id="2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13"/>
            <ac:spMk id="4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13"/>
            <ac:spMk id="5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13"/>
            <ac:spMk id="6" creationId="{00000000-0000-0000-0000-000000000000}"/>
          </ac:spMkLst>
        </pc:spChg>
      </pc:sldChg>
      <pc:sldChg chg="modSp mod">
        <pc:chgData name="Liliana Oliveira" userId="42d4026b03335bd1" providerId="LiveId" clId="{60B35142-CCE9-4505-A5C7-5894B2296590}" dt="2023-06-28T15:00:23.984" v="250" actId="20577"/>
        <pc:sldMkLst>
          <pc:docMk/>
          <pc:sldMk cId="0" sldId="314"/>
        </pc:sldMkLst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14"/>
            <ac:spMk id="2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5:00:23.984" v="250" actId="20577"/>
          <ac:spMkLst>
            <pc:docMk/>
            <pc:sldMk cId="0" sldId="314"/>
            <ac:spMk id="6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14"/>
            <ac:spMk id="8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14"/>
            <ac:spMk id="9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14"/>
            <ac:spMk id="10" creationId="{00000000-0000-0000-0000-000000000000}"/>
          </ac:spMkLst>
        </pc:spChg>
      </pc:sldChg>
      <pc:sldChg chg="modSp">
        <pc:chgData name="Liliana Oliveira" userId="42d4026b03335bd1" providerId="LiveId" clId="{60B35142-CCE9-4505-A5C7-5894B2296590}" dt="2023-06-28T14:48:19.989" v="6"/>
        <pc:sldMkLst>
          <pc:docMk/>
          <pc:sldMk cId="0" sldId="315"/>
        </pc:sldMkLst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15"/>
            <ac:spMk id="2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15"/>
            <ac:spMk id="9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15"/>
            <ac:spMk id="10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15"/>
            <ac:spMk id="11" creationId="{00000000-0000-0000-0000-000000000000}"/>
          </ac:spMkLst>
        </pc:spChg>
      </pc:sldChg>
      <pc:sldChg chg="modSp">
        <pc:chgData name="Liliana Oliveira" userId="42d4026b03335bd1" providerId="LiveId" clId="{60B35142-CCE9-4505-A5C7-5894B2296590}" dt="2023-06-28T14:48:19.989" v="6"/>
        <pc:sldMkLst>
          <pc:docMk/>
          <pc:sldMk cId="0" sldId="316"/>
        </pc:sldMkLst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16"/>
            <ac:spMk id="2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16"/>
            <ac:spMk id="10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16"/>
            <ac:spMk id="11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16"/>
            <ac:spMk id="12" creationId="{00000000-0000-0000-0000-000000000000}"/>
          </ac:spMkLst>
        </pc:spChg>
      </pc:sldChg>
      <pc:sldChg chg="modSp mod">
        <pc:chgData name="Liliana Oliveira" userId="42d4026b03335bd1" providerId="LiveId" clId="{60B35142-CCE9-4505-A5C7-5894B2296590}" dt="2023-06-28T15:00:44.680" v="254" actId="20577"/>
        <pc:sldMkLst>
          <pc:docMk/>
          <pc:sldMk cId="0" sldId="317"/>
        </pc:sldMkLst>
        <pc:spChg chg="mod">
          <ac:chgData name="Liliana Oliveira" userId="42d4026b03335bd1" providerId="LiveId" clId="{60B35142-CCE9-4505-A5C7-5894B2296590}" dt="2023-06-28T15:00:41.814" v="251" actId="1076"/>
          <ac:spMkLst>
            <pc:docMk/>
            <pc:sldMk cId="0" sldId="317"/>
            <ac:spMk id="2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5:00:44.680" v="254" actId="20577"/>
          <ac:spMkLst>
            <pc:docMk/>
            <pc:sldMk cId="0" sldId="317"/>
            <ac:spMk id="3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17"/>
            <ac:spMk id="4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17"/>
            <ac:spMk id="5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17"/>
            <ac:spMk id="6" creationId="{00000000-0000-0000-0000-000000000000}"/>
          </ac:spMkLst>
        </pc:spChg>
      </pc:sldChg>
      <pc:sldChg chg="modSp">
        <pc:chgData name="Liliana Oliveira" userId="42d4026b03335bd1" providerId="LiveId" clId="{60B35142-CCE9-4505-A5C7-5894B2296590}" dt="2023-06-28T14:48:19.989" v="6"/>
        <pc:sldMkLst>
          <pc:docMk/>
          <pc:sldMk cId="0" sldId="318"/>
        </pc:sldMkLst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18"/>
            <ac:spMk id="2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18"/>
            <ac:spMk id="34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18"/>
            <ac:spMk id="35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18"/>
            <ac:spMk id="36" creationId="{00000000-0000-0000-0000-000000000000}"/>
          </ac:spMkLst>
        </pc:spChg>
      </pc:sldChg>
      <pc:sldChg chg="modSp mod">
        <pc:chgData name="Liliana Oliveira" userId="42d4026b03335bd1" providerId="LiveId" clId="{60B35142-CCE9-4505-A5C7-5894B2296590}" dt="2023-06-28T15:00:50.596" v="255" actId="1076"/>
        <pc:sldMkLst>
          <pc:docMk/>
          <pc:sldMk cId="0" sldId="319"/>
        </pc:sldMkLst>
        <pc:spChg chg="mod">
          <ac:chgData name="Liliana Oliveira" userId="42d4026b03335bd1" providerId="LiveId" clId="{60B35142-CCE9-4505-A5C7-5894B2296590}" dt="2023-06-28T15:00:50.596" v="255" actId="1076"/>
          <ac:spMkLst>
            <pc:docMk/>
            <pc:sldMk cId="0" sldId="319"/>
            <ac:spMk id="2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19"/>
            <ac:spMk id="4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19"/>
            <ac:spMk id="5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19"/>
            <ac:spMk id="6" creationId="{00000000-0000-0000-0000-000000000000}"/>
          </ac:spMkLst>
        </pc:spChg>
      </pc:sldChg>
      <pc:sldChg chg="modSp mod">
        <pc:chgData name="Liliana Oliveira" userId="42d4026b03335bd1" providerId="LiveId" clId="{60B35142-CCE9-4505-A5C7-5894B2296590}" dt="2023-06-28T15:00:59.501" v="256" actId="1076"/>
        <pc:sldMkLst>
          <pc:docMk/>
          <pc:sldMk cId="0" sldId="320"/>
        </pc:sldMkLst>
        <pc:spChg chg="mod">
          <ac:chgData name="Liliana Oliveira" userId="42d4026b03335bd1" providerId="LiveId" clId="{60B35142-CCE9-4505-A5C7-5894B2296590}" dt="2023-06-28T15:00:59.501" v="256" actId="1076"/>
          <ac:spMkLst>
            <pc:docMk/>
            <pc:sldMk cId="0" sldId="320"/>
            <ac:spMk id="2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20"/>
            <ac:spMk id="4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20"/>
            <ac:spMk id="5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20"/>
            <ac:spMk id="6" creationId="{00000000-0000-0000-0000-000000000000}"/>
          </ac:spMkLst>
        </pc:spChg>
      </pc:sldChg>
      <pc:sldChg chg="modSp">
        <pc:chgData name="Liliana Oliveira" userId="42d4026b03335bd1" providerId="LiveId" clId="{60B35142-CCE9-4505-A5C7-5894B2296590}" dt="2023-06-28T14:48:19.989" v="6"/>
        <pc:sldMkLst>
          <pc:docMk/>
          <pc:sldMk cId="0" sldId="321"/>
        </pc:sldMkLst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21"/>
            <ac:spMk id="2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21"/>
            <ac:spMk id="9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21"/>
            <ac:spMk id="10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21"/>
            <ac:spMk id="11" creationId="{00000000-0000-0000-0000-000000000000}"/>
          </ac:spMkLst>
        </pc:spChg>
      </pc:sldChg>
      <pc:sldChg chg="modSp">
        <pc:chgData name="Liliana Oliveira" userId="42d4026b03335bd1" providerId="LiveId" clId="{60B35142-CCE9-4505-A5C7-5894B2296590}" dt="2023-06-28T14:48:19.989" v="6"/>
        <pc:sldMkLst>
          <pc:docMk/>
          <pc:sldMk cId="0" sldId="322"/>
        </pc:sldMkLst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22"/>
            <ac:spMk id="2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22"/>
            <ac:spMk id="7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22"/>
            <ac:spMk id="8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22"/>
            <ac:spMk id="9" creationId="{00000000-0000-0000-0000-000000000000}"/>
          </ac:spMkLst>
        </pc:spChg>
      </pc:sldChg>
      <pc:sldChg chg="modSp">
        <pc:chgData name="Liliana Oliveira" userId="42d4026b03335bd1" providerId="LiveId" clId="{60B35142-CCE9-4505-A5C7-5894B2296590}" dt="2023-06-28T14:48:19.989" v="6"/>
        <pc:sldMkLst>
          <pc:docMk/>
          <pc:sldMk cId="0" sldId="323"/>
        </pc:sldMkLst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23"/>
            <ac:spMk id="2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23"/>
            <ac:spMk id="13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23"/>
            <ac:spMk id="14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23"/>
            <ac:spMk id="15" creationId="{00000000-0000-0000-0000-000000000000}"/>
          </ac:spMkLst>
        </pc:spChg>
      </pc:sldChg>
      <pc:sldChg chg="modSp mod">
        <pc:chgData name="Liliana Oliveira" userId="42d4026b03335bd1" providerId="LiveId" clId="{60B35142-CCE9-4505-A5C7-5894B2296590}" dt="2023-06-28T15:01:09.022" v="260" actId="20577"/>
        <pc:sldMkLst>
          <pc:docMk/>
          <pc:sldMk cId="0" sldId="324"/>
        </pc:sldMkLst>
        <pc:spChg chg="mod">
          <ac:chgData name="Liliana Oliveira" userId="42d4026b03335bd1" providerId="LiveId" clId="{60B35142-CCE9-4505-A5C7-5894B2296590}" dt="2023-06-28T15:01:06.460" v="257" actId="1076"/>
          <ac:spMkLst>
            <pc:docMk/>
            <pc:sldMk cId="0" sldId="324"/>
            <ac:spMk id="2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5:01:09.022" v="260" actId="20577"/>
          <ac:spMkLst>
            <pc:docMk/>
            <pc:sldMk cId="0" sldId="324"/>
            <ac:spMk id="3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24"/>
            <ac:spMk id="8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24"/>
            <ac:spMk id="9" creationId="{00000000-0000-0000-0000-000000000000}"/>
          </ac:spMkLst>
        </pc:spChg>
      </pc:sldChg>
      <pc:sldChg chg="modSp">
        <pc:chgData name="Liliana Oliveira" userId="42d4026b03335bd1" providerId="LiveId" clId="{60B35142-CCE9-4505-A5C7-5894B2296590}" dt="2023-06-28T14:48:19.989" v="6"/>
        <pc:sldMkLst>
          <pc:docMk/>
          <pc:sldMk cId="0" sldId="325"/>
        </pc:sldMkLst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25"/>
            <ac:spMk id="2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25"/>
            <ac:spMk id="7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25"/>
            <ac:spMk id="8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25"/>
            <ac:spMk id="9" creationId="{00000000-0000-0000-0000-000000000000}"/>
          </ac:spMkLst>
        </pc:spChg>
      </pc:sldChg>
      <pc:sldChg chg="modSp mod">
        <pc:chgData name="Liliana Oliveira" userId="42d4026b03335bd1" providerId="LiveId" clId="{60B35142-CCE9-4505-A5C7-5894B2296590}" dt="2023-06-28T15:01:19.316" v="261" actId="1076"/>
        <pc:sldMkLst>
          <pc:docMk/>
          <pc:sldMk cId="0" sldId="326"/>
        </pc:sldMkLst>
        <pc:spChg chg="mod">
          <ac:chgData name="Liliana Oliveira" userId="42d4026b03335bd1" providerId="LiveId" clId="{60B35142-CCE9-4505-A5C7-5894B2296590}" dt="2023-06-28T15:01:19.316" v="261" actId="1076"/>
          <ac:spMkLst>
            <pc:docMk/>
            <pc:sldMk cId="0" sldId="326"/>
            <ac:spMk id="2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26"/>
            <ac:spMk id="5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26"/>
            <ac:spMk id="6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26"/>
            <ac:spMk id="7" creationId="{00000000-0000-0000-0000-000000000000}"/>
          </ac:spMkLst>
        </pc:spChg>
      </pc:sldChg>
      <pc:sldChg chg="modSp mod">
        <pc:chgData name="Liliana Oliveira" userId="42d4026b03335bd1" providerId="LiveId" clId="{60B35142-CCE9-4505-A5C7-5894B2296590}" dt="2023-06-28T15:01:28.824" v="265" actId="20577"/>
        <pc:sldMkLst>
          <pc:docMk/>
          <pc:sldMk cId="0" sldId="327"/>
        </pc:sldMkLst>
        <pc:spChg chg="mod">
          <ac:chgData name="Liliana Oliveira" userId="42d4026b03335bd1" providerId="LiveId" clId="{60B35142-CCE9-4505-A5C7-5894B2296590}" dt="2023-06-28T15:01:25.097" v="262" actId="1076"/>
          <ac:spMkLst>
            <pc:docMk/>
            <pc:sldMk cId="0" sldId="327"/>
            <ac:spMk id="2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5:01:28.824" v="265" actId="20577"/>
          <ac:spMkLst>
            <pc:docMk/>
            <pc:sldMk cId="0" sldId="327"/>
            <ac:spMk id="6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27"/>
            <ac:spMk id="8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27"/>
            <ac:spMk id="9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27"/>
            <ac:spMk id="10" creationId="{00000000-0000-0000-0000-000000000000}"/>
          </ac:spMkLst>
        </pc:spChg>
      </pc:sldChg>
      <pc:sldChg chg="modSp">
        <pc:chgData name="Liliana Oliveira" userId="42d4026b03335bd1" providerId="LiveId" clId="{60B35142-CCE9-4505-A5C7-5894B2296590}" dt="2023-06-28T14:48:19.989" v="6"/>
        <pc:sldMkLst>
          <pc:docMk/>
          <pc:sldMk cId="0" sldId="328"/>
        </pc:sldMkLst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28"/>
            <ac:spMk id="2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28"/>
            <ac:spMk id="4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28"/>
            <ac:spMk id="5" creationId="{00000000-0000-0000-0000-000000000000}"/>
          </ac:spMkLst>
        </pc:spChg>
        <pc:spChg chg="mod">
          <ac:chgData name="Liliana Oliveira" userId="42d4026b03335bd1" providerId="LiveId" clId="{60B35142-CCE9-4505-A5C7-5894B2296590}" dt="2023-06-28T14:48:19.989" v="6"/>
          <ac:spMkLst>
            <pc:docMk/>
            <pc:sldMk cId="0" sldId="328"/>
            <ac:spMk id="6" creationId="{00000000-0000-0000-0000-000000000000}"/>
          </ac:spMkLst>
        </pc:spChg>
      </pc:sldChg>
    </pc:docChg>
  </pc:docChgLst>
  <pc:docChgLst>
    <pc:chgData name="Liliana Oliveira" userId="42d4026b03335bd1" providerId="LiveId" clId="{DAB4C586-FB33-481C-BCBE-F163E38AA79A}"/>
    <pc:docChg chg="undo custSel addSld delSld modSld sldOrd">
      <pc:chgData name="Liliana Oliveira" userId="42d4026b03335bd1" providerId="LiveId" clId="{DAB4C586-FB33-481C-BCBE-F163E38AA79A}" dt="2023-07-10T15:29:35.103" v="878" actId="22"/>
      <pc:docMkLst>
        <pc:docMk/>
      </pc:docMkLst>
      <pc:sldChg chg="modSp mod">
        <pc:chgData name="Liliana Oliveira" userId="42d4026b03335bd1" providerId="LiveId" clId="{DAB4C586-FB33-481C-BCBE-F163E38AA79A}" dt="2023-07-10T14:05:31.382" v="233" actId="6549"/>
        <pc:sldMkLst>
          <pc:docMk/>
          <pc:sldMk cId="0" sldId="257"/>
        </pc:sldMkLst>
        <pc:spChg chg="mod">
          <ac:chgData name="Liliana Oliveira" userId="42d4026b03335bd1" providerId="LiveId" clId="{DAB4C586-FB33-481C-BCBE-F163E38AA79A}" dt="2023-07-10T14:05:31.382" v="233" actId="6549"/>
          <ac:spMkLst>
            <pc:docMk/>
            <pc:sldMk cId="0" sldId="257"/>
            <ac:spMk id="3" creationId="{00000000-0000-0000-0000-000000000000}"/>
          </ac:spMkLst>
        </pc:spChg>
      </pc:sldChg>
      <pc:sldChg chg="del">
        <pc:chgData name="Liliana Oliveira" userId="42d4026b03335bd1" providerId="LiveId" clId="{DAB4C586-FB33-481C-BCBE-F163E38AA79A}" dt="2023-07-10T14:00:40.155" v="0" actId="47"/>
        <pc:sldMkLst>
          <pc:docMk/>
          <pc:sldMk cId="3841694599" sldId="258"/>
        </pc:sldMkLst>
        <pc:spChg chg="mod">
          <ac:chgData name="Liliana Oliveira" userId="42d4026b03335bd1" providerId="LiveId" clId="{DAB4C586-FB33-481C-BCBE-F163E38AA79A}" dt="2023-07-10T14:22:50.269" v="259" actId="20577"/>
          <ac:spMkLst>
            <pc:docMk/>
            <pc:sldMk cId="3841694599" sldId="258"/>
            <ac:spMk id="2" creationId="{E2684AA6-1446-6182-49A0-D56A62C5DF10}"/>
          </ac:spMkLst>
        </pc:spChg>
        <pc:spChg chg="add del mod">
          <ac:chgData name="Liliana Oliveira" userId="42d4026b03335bd1" providerId="LiveId" clId="{DAB4C586-FB33-481C-BCBE-F163E38AA79A}" dt="2023-07-10T14:35:48.424" v="393" actId="113"/>
          <ac:spMkLst>
            <pc:docMk/>
            <pc:sldMk cId="3841694599" sldId="258"/>
            <ac:spMk id="3" creationId="{1B1060FF-937B-44C3-8CEB-42449A77D605}"/>
          </ac:spMkLst>
        </pc:spChg>
        <pc:spChg chg="add del mod">
          <ac:chgData name="Liliana Oliveira" userId="42d4026b03335bd1" providerId="LiveId" clId="{DAB4C586-FB33-481C-BCBE-F163E38AA79A}" dt="2023-07-10T14:23:00.652" v="261"/>
          <ac:spMkLst>
            <pc:docMk/>
            <pc:sldMk cId="3841694599" sldId="258"/>
            <ac:spMk id="5" creationId="{040AD32D-9C92-59D4-05FB-93DADB26FCC2}"/>
          </ac:spMkLst>
        </pc:spChg>
      </pc:sldChg>
      <pc:sldChg chg="del">
        <pc:chgData name="Liliana Oliveira" userId="42d4026b03335bd1" providerId="LiveId" clId="{DAB4C586-FB33-481C-BCBE-F163E38AA79A}" dt="2023-07-10T14:00:40.278" v="1" actId="47"/>
        <pc:sldMkLst>
          <pc:docMk/>
          <pc:sldMk cId="2902970363" sldId="259"/>
        </pc:sldMkLst>
        <pc:spChg chg="mod">
          <ac:chgData name="Liliana Oliveira" userId="42d4026b03335bd1" providerId="LiveId" clId="{DAB4C586-FB33-481C-BCBE-F163E38AA79A}" dt="2023-07-10T14:24:07.765" v="331"/>
          <ac:spMkLst>
            <pc:docMk/>
            <pc:sldMk cId="2902970363" sldId="259"/>
            <ac:spMk id="2" creationId="{2DB4A1CC-4F98-8D18-EBAF-C69864A36A51}"/>
          </ac:spMkLst>
        </pc:spChg>
        <pc:spChg chg="del">
          <ac:chgData name="Liliana Oliveira" userId="42d4026b03335bd1" providerId="LiveId" clId="{DAB4C586-FB33-481C-BCBE-F163E38AA79A}" dt="2023-07-10T14:24:33.967" v="332" actId="22"/>
          <ac:spMkLst>
            <pc:docMk/>
            <pc:sldMk cId="2902970363" sldId="259"/>
            <ac:spMk id="3" creationId="{1F5EC31B-20C6-59B2-23EB-0C605CDAD63E}"/>
          </ac:spMkLst>
        </pc:spChg>
        <pc:picChg chg="add mod ord">
          <ac:chgData name="Liliana Oliveira" userId="42d4026b03335bd1" providerId="LiveId" clId="{DAB4C586-FB33-481C-BCBE-F163E38AA79A}" dt="2023-07-10T14:24:45.366" v="335" actId="1076"/>
          <ac:picMkLst>
            <pc:docMk/>
            <pc:sldMk cId="2902970363" sldId="259"/>
            <ac:picMk id="6" creationId="{25E85F53-BBAF-1CB0-26EE-B6562FA95174}"/>
          </ac:picMkLst>
        </pc:picChg>
        <pc:picChg chg="add mod modCrop">
          <ac:chgData name="Liliana Oliveira" userId="42d4026b03335bd1" providerId="LiveId" clId="{DAB4C586-FB33-481C-BCBE-F163E38AA79A}" dt="2023-07-10T14:25:33.107" v="340" actId="1076"/>
          <ac:picMkLst>
            <pc:docMk/>
            <pc:sldMk cId="2902970363" sldId="259"/>
            <ac:picMk id="8" creationId="{AEE40FA0-1CF4-A848-84D3-472F275940E6}"/>
          </ac:picMkLst>
        </pc:picChg>
      </pc:sldChg>
      <pc:sldChg chg="modSp new mod ord">
        <pc:chgData name="Liliana Oliveira" userId="42d4026b03335bd1" providerId="LiveId" clId="{DAB4C586-FB33-481C-BCBE-F163E38AA79A}" dt="2023-07-10T14:40:03.675" v="454"/>
        <pc:sldMkLst>
          <pc:docMk/>
          <pc:sldMk cId="2583434824" sldId="260"/>
        </pc:sldMkLst>
        <pc:spChg chg="mod">
          <ac:chgData name="Liliana Oliveira" userId="42d4026b03335bd1" providerId="LiveId" clId="{DAB4C586-FB33-481C-BCBE-F163E38AA79A}" dt="2023-07-10T14:26:37.453" v="372" actId="20577"/>
          <ac:spMkLst>
            <pc:docMk/>
            <pc:sldMk cId="2583434824" sldId="260"/>
            <ac:spMk id="2" creationId="{2ABA7A0B-D188-C2A4-DB07-BD15262CC92A}"/>
          </ac:spMkLst>
        </pc:spChg>
        <pc:spChg chg="mod">
          <ac:chgData name="Liliana Oliveira" userId="42d4026b03335bd1" providerId="LiveId" clId="{DAB4C586-FB33-481C-BCBE-F163E38AA79A}" dt="2023-07-10T14:34:17.416" v="375" actId="1076"/>
          <ac:spMkLst>
            <pc:docMk/>
            <pc:sldMk cId="2583434824" sldId="260"/>
            <ac:spMk id="3" creationId="{BA843A10-9BAB-EBF7-0D83-88F8E2A271A2}"/>
          </ac:spMkLst>
        </pc:spChg>
      </pc:sldChg>
      <pc:sldChg chg="add del">
        <pc:chgData name="Liliana Oliveira" userId="42d4026b03335bd1" providerId="LiveId" clId="{DAB4C586-FB33-481C-BCBE-F163E38AA79A}" dt="2023-07-10T14:35:04.704" v="376" actId="2890"/>
        <pc:sldMkLst>
          <pc:docMk/>
          <pc:sldMk cId="1903352967" sldId="261"/>
        </pc:sldMkLst>
      </pc:sldChg>
      <pc:sldChg chg="addSp delSp modSp add del mod">
        <pc:chgData name="Liliana Oliveira" userId="42d4026b03335bd1" providerId="LiveId" clId="{DAB4C586-FB33-481C-BCBE-F163E38AA79A}" dt="2023-07-10T14:38:07.878" v="445" actId="255"/>
        <pc:sldMkLst>
          <pc:docMk/>
          <pc:sldMk cId="3875848577" sldId="262"/>
        </pc:sldMkLst>
        <pc:spChg chg="mod">
          <ac:chgData name="Liliana Oliveira" userId="42d4026b03335bd1" providerId="LiveId" clId="{DAB4C586-FB33-481C-BCBE-F163E38AA79A}" dt="2023-07-10T14:38:07.878" v="445" actId="255"/>
          <ac:spMkLst>
            <pc:docMk/>
            <pc:sldMk cId="3875848577" sldId="262"/>
            <ac:spMk id="3" creationId="{BA843A10-9BAB-EBF7-0D83-88F8E2A271A2}"/>
          </ac:spMkLst>
        </pc:spChg>
        <pc:picChg chg="add del mod">
          <ac:chgData name="Liliana Oliveira" userId="42d4026b03335bd1" providerId="LiveId" clId="{DAB4C586-FB33-481C-BCBE-F163E38AA79A}" dt="2023-07-10T14:37:58.764" v="443" actId="21"/>
          <ac:picMkLst>
            <pc:docMk/>
            <pc:sldMk cId="3875848577" sldId="262"/>
            <ac:picMk id="6" creationId="{66A29F35-ED63-66E5-9C8B-577E38A22D6B}"/>
          </ac:picMkLst>
        </pc:picChg>
      </pc:sldChg>
      <pc:sldChg chg="addSp delSp modSp add del mod">
        <pc:chgData name="Liliana Oliveira" userId="42d4026b03335bd1" providerId="LiveId" clId="{DAB4C586-FB33-481C-BCBE-F163E38AA79A}" dt="2023-07-10T14:39:54.447" v="452" actId="47"/>
        <pc:sldMkLst>
          <pc:docMk/>
          <pc:sldMk cId="428235269" sldId="263"/>
        </pc:sldMkLst>
        <pc:spChg chg="del">
          <ac:chgData name="Liliana Oliveira" userId="42d4026b03335bd1" providerId="LiveId" clId="{DAB4C586-FB33-481C-BCBE-F163E38AA79A}" dt="2023-07-10T14:38:15.374" v="447" actId="478"/>
          <ac:spMkLst>
            <pc:docMk/>
            <pc:sldMk cId="428235269" sldId="263"/>
            <ac:spMk id="3" creationId="{BA843A10-9BAB-EBF7-0D83-88F8E2A271A2}"/>
          </ac:spMkLst>
        </pc:spChg>
        <pc:spChg chg="add del mod">
          <ac:chgData name="Liliana Oliveira" userId="42d4026b03335bd1" providerId="LiveId" clId="{DAB4C586-FB33-481C-BCBE-F163E38AA79A}" dt="2023-07-10T14:38:19.719" v="449" actId="478"/>
          <ac:spMkLst>
            <pc:docMk/>
            <pc:sldMk cId="428235269" sldId="263"/>
            <ac:spMk id="6" creationId="{69C10847-F0DC-1E06-2AF3-7B7FABC959EB}"/>
          </ac:spMkLst>
        </pc:spChg>
        <pc:picChg chg="add mod">
          <ac:chgData name="Liliana Oliveira" userId="42d4026b03335bd1" providerId="LiveId" clId="{DAB4C586-FB33-481C-BCBE-F163E38AA79A}" dt="2023-07-10T14:38:22.689" v="450" actId="1076"/>
          <ac:picMkLst>
            <pc:docMk/>
            <pc:sldMk cId="428235269" sldId="263"/>
            <ac:picMk id="7" creationId="{69BA68C9-AA89-6C74-38FB-9854EED6C8BF}"/>
          </ac:picMkLst>
        </pc:picChg>
      </pc:sldChg>
      <pc:sldChg chg="modSp new mod">
        <pc:chgData name="Liliana Oliveira" userId="42d4026b03335bd1" providerId="LiveId" clId="{DAB4C586-FB33-481C-BCBE-F163E38AA79A}" dt="2023-07-10T14:52:24.660" v="615" actId="20577"/>
        <pc:sldMkLst>
          <pc:docMk/>
          <pc:sldMk cId="3642820403" sldId="263"/>
        </pc:sldMkLst>
        <pc:spChg chg="mod">
          <ac:chgData name="Liliana Oliveira" userId="42d4026b03335bd1" providerId="LiveId" clId="{DAB4C586-FB33-481C-BCBE-F163E38AA79A}" dt="2023-07-10T14:41:45.077" v="477" actId="20577"/>
          <ac:spMkLst>
            <pc:docMk/>
            <pc:sldMk cId="3642820403" sldId="263"/>
            <ac:spMk id="2" creationId="{2DD3910E-FAC4-0DDB-E028-B5EF7D8BCFB1}"/>
          </ac:spMkLst>
        </pc:spChg>
        <pc:spChg chg="mod">
          <ac:chgData name="Liliana Oliveira" userId="42d4026b03335bd1" providerId="LiveId" clId="{DAB4C586-FB33-481C-BCBE-F163E38AA79A}" dt="2023-07-10T14:52:24.660" v="615" actId="20577"/>
          <ac:spMkLst>
            <pc:docMk/>
            <pc:sldMk cId="3642820403" sldId="263"/>
            <ac:spMk id="3" creationId="{3381D53B-B97F-42A4-22B6-C029DB3C21AB}"/>
          </ac:spMkLst>
        </pc:spChg>
      </pc:sldChg>
      <pc:sldChg chg="addSp delSp modSp new mod modClrScheme chgLayout">
        <pc:chgData name="Liliana Oliveira" userId="42d4026b03335bd1" providerId="LiveId" clId="{DAB4C586-FB33-481C-BCBE-F163E38AA79A}" dt="2023-07-10T14:55:13.846" v="635" actId="121"/>
        <pc:sldMkLst>
          <pc:docMk/>
          <pc:sldMk cId="2111394934" sldId="264"/>
        </pc:sldMkLst>
        <pc:spChg chg="del mod ord">
          <ac:chgData name="Liliana Oliveira" userId="42d4026b03335bd1" providerId="LiveId" clId="{DAB4C586-FB33-481C-BCBE-F163E38AA79A}" dt="2023-07-10T14:55:02.945" v="617" actId="700"/>
          <ac:spMkLst>
            <pc:docMk/>
            <pc:sldMk cId="2111394934" sldId="264"/>
            <ac:spMk id="2" creationId="{430DAA04-BEEA-3C1B-547E-93343B675851}"/>
          </ac:spMkLst>
        </pc:spChg>
        <pc:spChg chg="del">
          <ac:chgData name="Liliana Oliveira" userId="42d4026b03335bd1" providerId="LiveId" clId="{DAB4C586-FB33-481C-BCBE-F163E38AA79A}" dt="2023-07-10T14:55:02.945" v="617" actId="700"/>
          <ac:spMkLst>
            <pc:docMk/>
            <pc:sldMk cId="2111394934" sldId="264"/>
            <ac:spMk id="3" creationId="{E18ACCBA-4D61-04DE-AA3D-B5785FDBA53B}"/>
          </ac:spMkLst>
        </pc:spChg>
        <pc:spChg chg="mod ord">
          <ac:chgData name="Liliana Oliveira" userId="42d4026b03335bd1" providerId="LiveId" clId="{DAB4C586-FB33-481C-BCBE-F163E38AA79A}" dt="2023-07-10T14:55:02.945" v="617" actId="700"/>
          <ac:spMkLst>
            <pc:docMk/>
            <pc:sldMk cId="2111394934" sldId="264"/>
            <ac:spMk id="4" creationId="{59D4E5B7-70CA-B313-2707-B9B576F41DF2}"/>
          </ac:spMkLst>
        </pc:spChg>
        <pc:spChg chg="add mod ord">
          <ac:chgData name="Liliana Oliveira" userId="42d4026b03335bd1" providerId="LiveId" clId="{DAB4C586-FB33-481C-BCBE-F163E38AA79A}" dt="2023-07-10T14:55:13.846" v="635" actId="121"/>
          <ac:spMkLst>
            <pc:docMk/>
            <pc:sldMk cId="2111394934" sldId="264"/>
            <ac:spMk id="5" creationId="{DCA41B25-658A-3DF0-6E58-1F4370C22A14}"/>
          </ac:spMkLst>
        </pc:spChg>
      </pc:sldChg>
      <pc:sldChg chg="new del">
        <pc:chgData name="Liliana Oliveira" userId="42d4026b03335bd1" providerId="LiveId" clId="{DAB4C586-FB33-481C-BCBE-F163E38AA79A}" dt="2023-07-10T14:40:08.976" v="455" actId="47"/>
        <pc:sldMkLst>
          <pc:docMk/>
          <pc:sldMk cId="4060144830" sldId="264"/>
        </pc:sldMkLst>
      </pc:sldChg>
      <pc:sldChg chg="del">
        <pc:chgData name="Liliana Oliveira" userId="42d4026b03335bd1" providerId="LiveId" clId="{DAB4C586-FB33-481C-BCBE-F163E38AA79A}" dt="2023-07-10T14:00:41.357" v="7" actId="47"/>
        <pc:sldMkLst>
          <pc:docMk/>
          <pc:sldMk cId="2739895003" sldId="265"/>
        </pc:sldMkLst>
        <pc:spChg chg="del mod ord">
          <ac:chgData name="Liliana Oliveira" userId="42d4026b03335bd1" providerId="LiveId" clId="{DAB4C586-FB33-481C-BCBE-F163E38AA79A}" dt="2023-07-10T14:55:29.764" v="637" actId="700"/>
          <ac:spMkLst>
            <pc:docMk/>
            <pc:sldMk cId="2739895003" sldId="265"/>
            <ac:spMk id="2" creationId="{20D1CC6B-2835-C24D-0AF1-5B960928CA60}"/>
          </ac:spMkLst>
        </pc:spChg>
        <pc:spChg chg="del">
          <ac:chgData name="Liliana Oliveira" userId="42d4026b03335bd1" providerId="LiveId" clId="{DAB4C586-FB33-481C-BCBE-F163E38AA79A}" dt="2023-07-10T14:55:29.764" v="637" actId="700"/>
          <ac:spMkLst>
            <pc:docMk/>
            <pc:sldMk cId="2739895003" sldId="265"/>
            <ac:spMk id="3" creationId="{9C7903D8-07A6-22F0-6DA6-FEEE5C9986E4}"/>
          </ac:spMkLst>
        </pc:spChg>
        <pc:spChg chg="mod ord">
          <ac:chgData name="Liliana Oliveira" userId="42d4026b03335bd1" providerId="LiveId" clId="{DAB4C586-FB33-481C-BCBE-F163E38AA79A}" dt="2023-07-10T14:55:29.764" v="637" actId="700"/>
          <ac:spMkLst>
            <pc:docMk/>
            <pc:sldMk cId="2739895003" sldId="265"/>
            <ac:spMk id="4" creationId="{5E3B42DD-F85C-B4CA-56A7-C00781D79F79}"/>
          </ac:spMkLst>
        </pc:spChg>
        <pc:spChg chg="add mod ord">
          <ac:chgData name="Liliana Oliveira" userId="42d4026b03335bd1" providerId="LiveId" clId="{DAB4C586-FB33-481C-BCBE-F163E38AA79A}" dt="2023-07-10T14:55:38.295" v="650" actId="121"/>
          <ac:spMkLst>
            <pc:docMk/>
            <pc:sldMk cId="2739895003" sldId="265"/>
            <ac:spMk id="5" creationId="{A09823B3-4291-398D-0F28-7A2A6296156E}"/>
          </ac:spMkLst>
        </pc:spChg>
      </pc:sldChg>
      <pc:sldChg chg="del">
        <pc:chgData name="Liliana Oliveira" userId="42d4026b03335bd1" providerId="LiveId" clId="{DAB4C586-FB33-481C-BCBE-F163E38AA79A}" dt="2023-07-10T14:00:41.641" v="8" actId="47"/>
        <pc:sldMkLst>
          <pc:docMk/>
          <pc:sldMk cId="3868980743" sldId="266"/>
        </pc:sldMkLst>
        <pc:spChg chg="mod">
          <ac:chgData name="Liliana Oliveira" userId="42d4026b03335bd1" providerId="LiveId" clId="{DAB4C586-FB33-481C-BCBE-F163E38AA79A}" dt="2023-07-10T14:55:46.540" v="662" actId="20577"/>
          <ac:spMkLst>
            <pc:docMk/>
            <pc:sldMk cId="3868980743" sldId="266"/>
            <ac:spMk id="2" creationId="{049FC955-5C23-8063-A2FC-2B7560160ABF}"/>
          </ac:spMkLst>
        </pc:spChg>
        <pc:spChg chg="add mod">
          <ac:chgData name="Liliana Oliveira" userId="42d4026b03335bd1" providerId="LiveId" clId="{DAB4C586-FB33-481C-BCBE-F163E38AA79A}" dt="2023-07-10T14:59:37.570" v="715" actId="123"/>
          <ac:spMkLst>
            <pc:docMk/>
            <pc:sldMk cId="3868980743" sldId="266"/>
            <ac:spMk id="5" creationId="{39F75D0A-F546-E3F3-5F7B-367FE08CD44D}"/>
          </ac:spMkLst>
        </pc:spChg>
        <pc:picChg chg="add del mod">
          <ac:chgData name="Liliana Oliveira" userId="42d4026b03335bd1" providerId="LiveId" clId="{DAB4C586-FB33-481C-BCBE-F163E38AA79A}" dt="2023-07-10T14:59:25.676" v="710" actId="478"/>
          <ac:picMkLst>
            <pc:docMk/>
            <pc:sldMk cId="3868980743" sldId="266"/>
            <ac:picMk id="2050" creationId="{04ADAC38-E812-2662-CAA8-1865D8DF7D6F}"/>
          </ac:picMkLst>
        </pc:picChg>
      </pc:sldChg>
      <pc:sldChg chg="addSp delSp modSp add del mod">
        <pc:chgData name="Liliana Oliveira" userId="42d4026b03335bd1" providerId="LiveId" clId="{DAB4C586-FB33-481C-BCBE-F163E38AA79A}" dt="2023-07-10T15:18:46.539" v="757" actId="20577"/>
        <pc:sldMkLst>
          <pc:docMk/>
          <pc:sldMk cId="3361162796" sldId="267"/>
        </pc:sldMkLst>
        <pc:spChg chg="mod">
          <ac:chgData name="Liliana Oliveira" userId="42d4026b03335bd1" providerId="LiveId" clId="{DAB4C586-FB33-481C-BCBE-F163E38AA79A}" dt="2023-07-10T15:18:46.539" v="757" actId="20577"/>
          <ac:spMkLst>
            <pc:docMk/>
            <pc:sldMk cId="3361162796" sldId="267"/>
            <ac:spMk id="2" creationId="{049FC955-5C23-8063-A2FC-2B7560160ABF}"/>
          </ac:spMkLst>
        </pc:spChg>
        <pc:spChg chg="del">
          <ac:chgData name="Liliana Oliveira" userId="42d4026b03335bd1" providerId="LiveId" clId="{DAB4C586-FB33-481C-BCBE-F163E38AA79A}" dt="2023-07-10T15:00:33.148" v="716" actId="478"/>
          <ac:spMkLst>
            <pc:docMk/>
            <pc:sldMk cId="3361162796" sldId="267"/>
            <ac:spMk id="5" creationId="{39F75D0A-F546-E3F3-5F7B-367FE08CD44D}"/>
          </ac:spMkLst>
        </pc:spChg>
        <pc:spChg chg="add mod">
          <ac:chgData name="Liliana Oliveira" userId="42d4026b03335bd1" providerId="LiveId" clId="{DAB4C586-FB33-481C-BCBE-F163E38AA79A}" dt="2023-07-10T15:18:38.035" v="741" actId="1076"/>
          <ac:spMkLst>
            <pc:docMk/>
            <pc:sldMk cId="3361162796" sldId="267"/>
            <ac:spMk id="6" creationId="{D2E196C9-C620-0A66-127B-F3A72D07CE88}"/>
          </ac:spMkLst>
        </pc:spChg>
        <pc:picChg chg="add mod">
          <ac:chgData name="Liliana Oliveira" userId="42d4026b03335bd1" providerId="LiveId" clId="{DAB4C586-FB33-481C-BCBE-F163E38AA79A}" dt="2023-07-10T15:18:41.207" v="742" actId="1076"/>
          <ac:picMkLst>
            <pc:docMk/>
            <pc:sldMk cId="3361162796" sldId="267"/>
            <ac:picMk id="8" creationId="{9B980731-9D79-8991-FC5D-F6C740288C30}"/>
          </ac:picMkLst>
        </pc:picChg>
        <pc:picChg chg="del mod">
          <ac:chgData name="Liliana Oliveira" userId="42d4026b03335bd1" providerId="LiveId" clId="{DAB4C586-FB33-481C-BCBE-F163E38AA79A}" dt="2023-07-10T15:00:57.732" v="719" actId="478"/>
          <ac:picMkLst>
            <pc:docMk/>
            <pc:sldMk cId="3361162796" sldId="267"/>
            <ac:picMk id="2050" creationId="{04ADAC38-E812-2662-CAA8-1865D8DF7D6F}"/>
          </ac:picMkLst>
        </pc:picChg>
      </pc:sldChg>
      <pc:sldChg chg="modSp add mod">
        <pc:chgData name="Liliana Oliveira" userId="42d4026b03335bd1" providerId="LiveId" clId="{DAB4C586-FB33-481C-BCBE-F163E38AA79A}" dt="2023-07-10T15:26:02.908" v="788" actId="20577"/>
        <pc:sldMkLst>
          <pc:docMk/>
          <pc:sldMk cId="2181327277" sldId="268"/>
        </pc:sldMkLst>
        <pc:spChg chg="mod">
          <ac:chgData name="Liliana Oliveira" userId="42d4026b03335bd1" providerId="LiveId" clId="{DAB4C586-FB33-481C-BCBE-F163E38AA79A}" dt="2023-07-10T15:26:02.908" v="788" actId="20577"/>
          <ac:spMkLst>
            <pc:docMk/>
            <pc:sldMk cId="2181327277" sldId="268"/>
            <ac:spMk id="5" creationId="{A09823B3-4291-398D-0F28-7A2A6296156E}"/>
          </ac:spMkLst>
        </pc:spChg>
      </pc:sldChg>
      <pc:sldChg chg="addSp modSp new mod">
        <pc:chgData name="Liliana Oliveira" userId="42d4026b03335bd1" providerId="LiveId" clId="{DAB4C586-FB33-481C-BCBE-F163E38AA79A}" dt="2023-07-10T15:27:12.649" v="812" actId="1076"/>
        <pc:sldMkLst>
          <pc:docMk/>
          <pc:sldMk cId="1568287486" sldId="269"/>
        </pc:sldMkLst>
        <pc:spChg chg="mod">
          <ac:chgData name="Liliana Oliveira" userId="42d4026b03335bd1" providerId="LiveId" clId="{DAB4C586-FB33-481C-BCBE-F163E38AA79A}" dt="2023-07-10T15:27:04.682" v="810" actId="20577"/>
          <ac:spMkLst>
            <pc:docMk/>
            <pc:sldMk cId="1568287486" sldId="269"/>
            <ac:spMk id="2" creationId="{E1777ED0-4654-E060-D98A-7B7D85A46662}"/>
          </ac:spMkLst>
        </pc:spChg>
        <pc:picChg chg="add mod">
          <ac:chgData name="Liliana Oliveira" userId="42d4026b03335bd1" providerId="LiveId" clId="{DAB4C586-FB33-481C-BCBE-F163E38AA79A}" dt="2023-07-10T15:27:12.649" v="812" actId="1076"/>
          <ac:picMkLst>
            <pc:docMk/>
            <pc:sldMk cId="1568287486" sldId="269"/>
            <ac:picMk id="5" creationId="{5ADEFE17-E032-F7AF-6CF1-5BBAFC35F479}"/>
          </ac:picMkLst>
        </pc:picChg>
      </pc:sldChg>
      <pc:sldChg chg="addSp delSp modSp add del mod">
        <pc:chgData name="Liliana Oliveira" userId="42d4026b03335bd1" providerId="LiveId" clId="{DAB4C586-FB33-481C-BCBE-F163E38AA79A}" dt="2023-07-10T15:27:41.975" v="817" actId="1076"/>
        <pc:sldMkLst>
          <pc:docMk/>
          <pc:sldMk cId="1509300872" sldId="270"/>
        </pc:sldMkLst>
        <pc:picChg chg="del">
          <ac:chgData name="Liliana Oliveira" userId="42d4026b03335bd1" providerId="LiveId" clId="{DAB4C586-FB33-481C-BCBE-F163E38AA79A}" dt="2023-07-10T15:27:22.234" v="814" actId="478"/>
          <ac:picMkLst>
            <pc:docMk/>
            <pc:sldMk cId="1509300872" sldId="270"/>
            <ac:picMk id="5" creationId="{5ADEFE17-E032-F7AF-6CF1-5BBAFC35F479}"/>
          </ac:picMkLst>
        </pc:picChg>
        <pc:picChg chg="add mod">
          <ac:chgData name="Liliana Oliveira" userId="42d4026b03335bd1" providerId="LiveId" clId="{DAB4C586-FB33-481C-BCBE-F163E38AA79A}" dt="2023-07-10T15:27:41.975" v="817" actId="1076"/>
          <ac:picMkLst>
            <pc:docMk/>
            <pc:sldMk cId="1509300872" sldId="270"/>
            <ac:picMk id="6" creationId="{CFFE97DC-AD85-AE30-1261-604B53566ACA}"/>
          </ac:picMkLst>
        </pc:picChg>
      </pc:sldChg>
      <pc:sldChg chg="addSp delSp modSp new mod">
        <pc:chgData name="Liliana Oliveira" userId="42d4026b03335bd1" providerId="LiveId" clId="{DAB4C586-FB33-481C-BCBE-F163E38AA79A}" dt="2023-07-10T15:28:26.962" v="831" actId="20577"/>
        <pc:sldMkLst>
          <pc:docMk/>
          <pc:sldMk cId="198229707" sldId="271"/>
        </pc:sldMkLst>
        <pc:spChg chg="del">
          <ac:chgData name="Liliana Oliveira" userId="42d4026b03335bd1" providerId="LiveId" clId="{DAB4C586-FB33-481C-BCBE-F163E38AA79A}" dt="2023-07-10T15:28:22.395" v="821"/>
          <ac:spMkLst>
            <pc:docMk/>
            <pc:sldMk cId="198229707" sldId="271"/>
            <ac:spMk id="2" creationId="{237A90C5-55AA-3D1D-10E2-450EA690A949}"/>
          </ac:spMkLst>
        </pc:spChg>
        <pc:spChg chg="add mod">
          <ac:chgData name="Liliana Oliveira" userId="42d4026b03335bd1" providerId="LiveId" clId="{DAB4C586-FB33-481C-BCBE-F163E38AA79A}" dt="2023-07-10T15:28:26.962" v="831" actId="20577"/>
          <ac:spMkLst>
            <pc:docMk/>
            <pc:sldMk cId="198229707" sldId="271"/>
            <ac:spMk id="6" creationId="{F77601AA-6CEB-8048-48A6-788F3FDAF31C}"/>
          </ac:spMkLst>
        </pc:spChg>
        <pc:picChg chg="add mod">
          <ac:chgData name="Liliana Oliveira" userId="42d4026b03335bd1" providerId="LiveId" clId="{DAB4C586-FB33-481C-BCBE-F163E38AA79A}" dt="2023-07-10T15:28:03.095" v="820" actId="1076"/>
          <ac:picMkLst>
            <pc:docMk/>
            <pc:sldMk cId="198229707" sldId="271"/>
            <ac:picMk id="5" creationId="{89F57BAF-7904-0800-FB5B-937685CA5B47}"/>
          </ac:picMkLst>
        </pc:picChg>
      </pc:sldChg>
      <pc:sldChg chg="addSp delSp modSp add del mod">
        <pc:chgData name="Liliana Oliveira" userId="42d4026b03335bd1" providerId="LiveId" clId="{DAB4C586-FB33-481C-BCBE-F163E38AA79A}" dt="2023-07-10T15:29:02.371" v="858" actId="1076"/>
        <pc:sldMkLst>
          <pc:docMk/>
          <pc:sldMk cId="3277934338" sldId="272"/>
        </pc:sldMkLst>
        <pc:spChg chg="mod">
          <ac:chgData name="Liliana Oliveira" userId="42d4026b03335bd1" providerId="LiveId" clId="{DAB4C586-FB33-481C-BCBE-F163E38AA79A}" dt="2023-07-10T15:28:49.316" v="856" actId="20577"/>
          <ac:spMkLst>
            <pc:docMk/>
            <pc:sldMk cId="3277934338" sldId="272"/>
            <ac:spMk id="6" creationId="{F77601AA-6CEB-8048-48A6-788F3FDAF31C}"/>
          </ac:spMkLst>
        </pc:spChg>
        <pc:picChg chg="add mod">
          <ac:chgData name="Liliana Oliveira" userId="42d4026b03335bd1" providerId="LiveId" clId="{DAB4C586-FB33-481C-BCBE-F163E38AA79A}" dt="2023-07-10T15:29:02.371" v="858" actId="1076"/>
          <ac:picMkLst>
            <pc:docMk/>
            <pc:sldMk cId="3277934338" sldId="272"/>
            <ac:picMk id="4" creationId="{9B1E3049-F08B-98D7-9E95-B79A0F5C7DEB}"/>
          </ac:picMkLst>
        </pc:picChg>
        <pc:picChg chg="del">
          <ac:chgData name="Liliana Oliveira" userId="42d4026b03335bd1" providerId="LiveId" clId="{DAB4C586-FB33-481C-BCBE-F163E38AA79A}" dt="2023-07-10T15:28:42.466" v="833" actId="478"/>
          <ac:picMkLst>
            <pc:docMk/>
            <pc:sldMk cId="3277934338" sldId="272"/>
            <ac:picMk id="5" creationId="{89F57BAF-7904-0800-FB5B-937685CA5B47}"/>
          </ac:picMkLst>
        </pc:picChg>
      </pc:sldChg>
      <pc:sldChg chg="addSp modSp new mod">
        <pc:chgData name="Liliana Oliveira" userId="42d4026b03335bd1" providerId="LiveId" clId="{DAB4C586-FB33-481C-BCBE-F163E38AA79A}" dt="2023-07-10T15:29:35.103" v="878" actId="22"/>
        <pc:sldMkLst>
          <pc:docMk/>
          <pc:sldMk cId="2520585126" sldId="273"/>
        </pc:sldMkLst>
        <pc:spChg chg="mod">
          <ac:chgData name="Liliana Oliveira" userId="42d4026b03335bd1" providerId="LiveId" clId="{DAB4C586-FB33-481C-BCBE-F163E38AA79A}" dt="2023-07-10T15:29:20.635" v="877" actId="20577"/>
          <ac:spMkLst>
            <pc:docMk/>
            <pc:sldMk cId="2520585126" sldId="273"/>
            <ac:spMk id="2" creationId="{919A3E4B-A9C1-D5E0-4DF2-F52C11B6990B}"/>
          </ac:spMkLst>
        </pc:spChg>
        <pc:picChg chg="add">
          <ac:chgData name="Liliana Oliveira" userId="42d4026b03335bd1" providerId="LiveId" clId="{DAB4C586-FB33-481C-BCBE-F163E38AA79A}" dt="2023-07-10T15:29:35.103" v="878" actId="22"/>
          <ac:picMkLst>
            <pc:docMk/>
            <pc:sldMk cId="2520585126" sldId="273"/>
            <ac:picMk id="5" creationId="{1009120D-8E94-8E38-8907-5427BD5F93ED}"/>
          </ac:picMkLst>
        </pc:picChg>
      </pc:sldChg>
      <pc:sldChg chg="del">
        <pc:chgData name="Liliana Oliveira" userId="42d4026b03335bd1" providerId="LiveId" clId="{DAB4C586-FB33-481C-BCBE-F163E38AA79A}" dt="2023-07-10T14:00:43.721" v="16" actId="47"/>
        <pc:sldMkLst>
          <pc:docMk/>
          <pc:sldMk cId="2636569593" sldId="274"/>
        </pc:sldMkLst>
      </pc:sldChg>
      <pc:sldChg chg="del">
        <pc:chgData name="Liliana Oliveira" userId="42d4026b03335bd1" providerId="LiveId" clId="{DAB4C586-FB33-481C-BCBE-F163E38AA79A}" dt="2023-07-10T14:00:43.923" v="17" actId="47"/>
        <pc:sldMkLst>
          <pc:docMk/>
          <pc:sldMk cId="2597674053" sldId="275"/>
        </pc:sldMkLst>
      </pc:sldChg>
      <pc:sldChg chg="del">
        <pc:chgData name="Liliana Oliveira" userId="42d4026b03335bd1" providerId="LiveId" clId="{DAB4C586-FB33-481C-BCBE-F163E38AA79A}" dt="2023-07-10T14:00:44.130" v="18" actId="47"/>
        <pc:sldMkLst>
          <pc:docMk/>
          <pc:sldMk cId="2497294280" sldId="276"/>
        </pc:sldMkLst>
      </pc:sldChg>
      <pc:sldChg chg="del">
        <pc:chgData name="Liliana Oliveira" userId="42d4026b03335bd1" providerId="LiveId" clId="{DAB4C586-FB33-481C-BCBE-F163E38AA79A}" dt="2023-07-10T14:00:44.321" v="19" actId="47"/>
        <pc:sldMkLst>
          <pc:docMk/>
          <pc:sldMk cId="4176242054" sldId="277"/>
        </pc:sldMkLst>
      </pc:sldChg>
      <pc:sldChg chg="del">
        <pc:chgData name="Liliana Oliveira" userId="42d4026b03335bd1" providerId="LiveId" clId="{DAB4C586-FB33-481C-BCBE-F163E38AA79A}" dt="2023-07-10T14:00:44.522" v="20" actId="47"/>
        <pc:sldMkLst>
          <pc:docMk/>
          <pc:sldMk cId="0" sldId="278"/>
        </pc:sldMkLst>
      </pc:sldChg>
      <pc:sldChg chg="del">
        <pc:chgData name="Liliana Oliveira" userId="42d4026b03335bd1" providerId="LiveId" clId="{DAB4C586-FB33-481C-BCBE-F163E38AA79A}" dt="2023-07-10T14:00:44.743" v="21" actId="47"/>
        <pc:sldMkLst>
          <pc:docMk/>
          <pc:sldMk cId="0" sldId="279"/>
        </pc:sldMkLst>
      </pc:sldChg>
      <pc:sldChg chg="del">
        <pc:chgData name="Liliana Oliveira" userId="42d4026b03335bd1" providerId="LiveId" clId="{DAB4C586-FB33-481C-BCBE-F163E38AA79A}" dt="2023-07-10T14:00:44.927" v="22" actId="47"/>
        <pc:sldMkLst>
          <pc:docMk/>
          <pc:sldMk cId="0" sldId="280"/>
        </pc:sldMkLst>
      </pc:sldChg>
      <pc:sldChg chg="del">
        <pc:chgData name="Liliana Oliveira" userId="42d4026b03335bd1" providerId="LiveId" clId="{DAB4C586-FB33-481C-BCBE-F163E38AA79A}" dt="2023-07-10T14:00:45.088" v="23" actId="47"/>
        <pc:sldMkLst>
          <pc:docMk/>
          <pc:sldMk cId="0" sldId="281"/>
        </pc:sldMkLst>
      </pc:sldChg>
      <pc:sldChg chg="del">
        <pc:chgData name="Liliana Oliveira" userId="42d4026b03335bd1" providerId="LiveId" clId="{DAB4C586-FB33-481C-BCBE-F163E38AA79A}" dt="2023-07-10T14:00:45.271" v="24" actId="47"/>
        <pc:sldMkLst>
          <pc:docMk/>
          <pc:sldMk cId="0" sldId="282"/>
        </pc:sldMkLst>
      </pc:sldChg>
      <pc:sldChg chg="del">
        <pc:chgData name="Liliana Oliveira" userId="42d4026b03335bd1" providerId="LiveId" clId="{DAB4C586-FB33-481C-BCBE-F163E38AA79A}" dt="2023-07-10T14:00:45.480" v="25" actId="47"/>
        <pc:sldMkLst>
          <pc:docMk/>
          <pc:sldMk cId="0" sldId="283"/>
        </pc:sldMkLst>
      </pc:sldChg>
      <pc:sldChg chg="del">
        <pc:chgData name="Liliana Oliveira" userId="42d4026b03335bd1" providerId="LiveId" clId="{DAB4C586-FB33-481C-BCBE-F163E38AA79A}" dt="2023-07-10T14:00:45.713" v="26" actId="47"/>
        <pc:sldMkLst>
          <pc:docMk/>
          <pc:sldMk cId="0" sldId="284"/>
        </pc:sldMkLst>
      </pc:sldChg>
      <pc:sldChg chg="del">
        <pc:chgData name="Liliana Oliveira" userId="42d4026b03335bd1" providerId="LiveId" clId="{DAB4C586-FB33-481C-BCBE-F163E38AA79A}" dt="2023-07-10T14:00:45.955" v="27" actId="47"/>
        <pc:sldMkLst>
          <pc:docMk/>
          <pc:sldMk cId="0" sldId="285"/>
        </pc:sldMkLst>
      </pc:sldChg>
      <pc:sldChg chg="del">
        <pc:chgData name="Liliana Oliveira" userId="42d4026b03335bd1" providerId="LiveId" clId="{DAB4C586-FB33-481C-BCBE-F163E38AA79A}" dt="2023-07-10T14:00:46.196" v="28" actId="47"/>
        <pc:sldMkLst>
          <pc:docMk/>
          <pc:sldMk cId="0" sldId="286"/>
        </pc:sldMkLst>
      </pc:sldChg>
      <pc:sldChg chg="del">
        <pc:chgData name="Liliana Oliveira" userId="42d4026b03335bd1" providerId="LiveId" clId="{DAB4C586-FB33-481C-BCBE-F163E38AA79A}" dt="2023-07-10T14:00:46.422" v="29" actId="47"/>
        <pc:sldMkLst>
          <pc:docMk/>
          <pc:sldMk cId="0" sldId="287"/>
        </pc:sldMkLst>
      </pc:sldChg>
      <pc:sldChg chg="del">
        <pc:chgData name="Liliana Oliveira" userId="42d4026b03335bd1" providerId="LiveId" clId="{DAB4C586-FB33-481C-BCBE-F163E38AA79A}" dt="2023-07-10T14:00:46.640" v="30" actId="47"/>
        <pc:sldMkLst>
          <pc:docMk/>
          <pc:sldMk cId="0" sldId="288"/>
        </pc:sldMkLst>
      </pc:sldChg>
      <pc:sldChg chg="del">
        <pc:chgData name="Liliana Oliveira" userId="42d4026b03335bd1" providerId="LiveId" clId="{DAB4C586-FB33-481C-BCBE-F163E38AA79A}" dt="2023-07-10T14:00:46.879" v="31" actId="47"/>
        <pc:sldMkLst>
          <pc:docMk/>
          <pc:sldMk cId="0" sldId="289"/>
        </pc:sldMkLst>
      </pc:sldChg>
      <pc:sldChg chg="del">
        <pc:chgData name="Liliana Oliveira" userId="42d4026b03335bd1" providerId="LiveId" clId="{DAB4C586-FB33-481C-BCBE-F163E38AA79A}" dt="2023-07-10T14:00:47.084" v="32" actId="47"/>
        <pc:sldMkLst>
          <pc:docMk/>
          <pc:sldMk cId="0" sldId="290"/>
        </pc:sldMkLst>
      </pc:sldChg>
      <pc:sldChg chg="del">
        <pc:chgData name="Liliana Oliveira" userId="42d4026b03335bd1" providerId="LiveId" clId="{DAB4C586-FB33-481C-BCBE-F163E38AA79A}" dt="2023-07-10T14:00:47.314" v="33" actId="47"/>
        <pc:sldMkLst>
          <pc:docMk/>
          <pc:sldMk cId="0" sldId="291"/>
        </pc:sldMkLst>
      </pc:sldChg>
      <pc:sldChg chg="del">
        <pc:chgData name="Liliana Oliveira" userId="42d4026b03335bd1" providerId="LiveId" clId="{DAB4C586-FB33-481C-BCBE-F163E38AA79A}" dt="2023-07-10T14:00:47.544" v="34" actId="47"/>
        <pc:sldMkLst>
          <pc:docMk/>
          <pc:sldMk cId="0" sldId="292"/>
        </pc:sldMkLst>
      </pc:sldChg>
      <pc:sldChg chg="del">
        <pc:chgData name="Liliana Oliveira" userId="42d4026b03335bd1" providerId="LiveId" clId="{DAB4C586-FB33-481C-BCBE-F163E38AA79A}" dt="2023-07-10T14:00:47.764" v="35" actId="47"/>
        <pc:sldMkLst>
          <pc:docMk/>
          <pc:sldMk cId="0" sldId="293"/>
        </pc:sldMkLst>
      </pc:sldChg>
      <pc:sldChg chg="del">
        <pc:chgData name="Liliana Oliveira" userId="42d4026b03335bd1" providerId="LiveId" clId="{DAB4C586-FB33-481C-BCBE-F163E38AA79A}" dt="2023-07-10T14:00:47.986" v="36" actId="47"/>
        <pc:sldMkLst>
          <pc:docMk/>
          <pc:sldMk cId="0" sldId="294"/>
        </pc:sldMkLst>
      </pc:sldChg>
      <pc:sldChg chg="del">
        <pc:chgData name="Liliana Oliveira" userId="42d4026b03335bd1" providerId="LiveId" clId="{DAB4C586-FB33-481C-BCBE-F163E38AA79A}" dt="2023-07-10T14:00:48.203" v="37" actId="47"/>
        <pc:sldMkLst>
          <pc:docMk/>
          <pc:sldMk cId="0" sldId="295"/>
        </pc:sldMkLst>
      </pc:sldChg>
      <pc:sldChg chg="del">
        <pc:chgData name="Liliana Oliveira" userId="42d4026b03335bd1" providerId="LiveId" clId="{DAB4C586-FB33-481C-BCBE-F163E38AA79A}" dt="2023-07-10T14:00:48.430" v="38" actId="47"/>
        <pc:sldMkLst>
          <pc:docMk/>
          <pc:sldMk cId="0" sldId="296"/>
        </pc:sldMkLst>
      </pc:sldChg>
      <pc:sldChg chg="del">
        <pc:chgData name="Liliana Oliveira" userId="42d4026b03335bd1" providerId="LiveId" clId="{DAB4C586-FB33-481C-BCBE-F163E38AA79A}" dt="2023-07-10T14:00:48.645" v="39" actId="47"/>
        <pc:sldMkLst>
          <pc:docMk/>
          <pc:sldMk cId="0" sldId="297"/>
        </pc:sldMkLst>
      </pc:sldChg>
      <pc:sldChg chg="del">
        <pc:chgData name="Liliana Oliveira" userId="42d4026b03335bd1" providerId="LiveId" clId="{DAB4C586-FB33-481C-BCBE-F163E38AA79A}" dt="2023-07-10T14:00:48.876" v="40" actId="47"/>
        <pc:sldMkLst>
          <pc:docMk/>
          <pc:sldMk cId="0" sldId="298"/>
        </pc:sldMkLst>
      </pc:sldChg>
      <pc:sldChg chg="del">
        <pc:chgData name="Liliana Oliveira" userId="42d4026b03335bd1" providerId="LiveId" clId="{DAB4C586-FB33-481C-BCBE-F163E38AA79A}" dt="2023-07-10T14:00:49.098" v="41" actId="47"/>
        <pc:sldMkLst>
          <pc:docMk/>
          <pc:sldMk cId="0" sldId="299"/>
        </pc:sldMkLst>
      </pc:sldChg>
      <pc:sldChg chg="del">
        <pc:chgData name="Liliana Oliveira" userId="42d4026b03335bd1" providerId="LiveId" clId="{DAB4C586-FB33-481C-BCBE-F163E38AA79A}" dt="2023-07-10T14:00:49.460" v="42" actId="47"/>
        <pc:sldMkLst>
          <pc:docMk/>
          <pc:sldMk cId="0" sldId="300"/>
        </pc:sldMkLst>
      </pc:sldChg>
      <pc:sldChg chg="del">
        <pc:chgData name="Liliana Oliveira" userId="42d4026b03335bd1" providerId="LiveId" clId="{DAB4C586-FB33-481C-BCBE-F163E38AA79A}" dt="2023-07-10T14:00:49.725" v="43" actId="47"/>
        <pc:sldMkLst>
          <pc:docMk/>
          <pc:sldMk cId="0" sldId="301"/>
        </pc:sldMkLst>
      </pc:sldChg>
      <pc:sldChg chg="del">
        <pc:chgData name="Liliana Oliveira" userId="42d4026b03335bd1" providerId="LiveId" clId="{DAB4C586-FB33-481C-BCBE-F163E38AA79A}" dt="2023-07-10T14:00:49.943" v="44" actId="47"/>
        <pc:sldMkLst>
          <pc:docMk/>
          <pc:sldMk cId="0" sldId="302"/>
        </pc:sldMkLst>
      </pc:sldChg>
      <pc:sldChg chg="del">
        <pc:chgData name="Liliana Oliveira" userId="42d4026b03335bd1" providerId="LiveId" clId="{DAB4C586-FB33-481C-BCBE-F163E38AA79A}" dt="2023-07-10T14:00:50.162" v="45" actId="47"/>
        <pc:sldMkLst>
          <pc:docMk/>
          <pc:sldMk cId="0" sldId="303"/>
        </pc:sldMkLst>
      </pc:sldChg>
      <pc:sldChg chg="del">
        <pc:chgData name="Liliana Oliveira" userId="42d4026b03335bd1" providerId="LiveId" clId="{DAB4C586-FB33-481C-BCBE-F163E38AA79A}" dt="2023-07-10T14:00:50.397" v="46" actId="47"/>
        <pc:sldMkLst>
          <pc:docMk/>
          <pc:sldMk cId="0" sldId="304"/>
        </pc:sldMkLst>
      </pc:sldChg>
      <pc:sldChg chg="del">
        <pc:chgData name="Liliana Oliveira" userId="42d4026b03335bd1" providerId="LiveId" clId="{DAB4C586-FB33-481C-BCBE-F163E38AA79A}" dt="2023-07-10T14:00:50.599" v="47" actId="47"/>
        <pc:sldMkLst>
          <pc:docMk/>
          <pc:sldMk cId="0" sldId="305"/>
        </pc:sldMkLst>
      </pc:sldChg>
      <pc:sldChg chg="del">
        <pc:chgData name="Liliana Oliveira" userId="42d4026b03335bd1" providerId="LiveId" clId="{DAB4C586-FB33-481C-BCBE-F163E38AA79A}" dt="2023-07-10T14:00:50.826" v="48" actId="47"/>
        <pc:sldMkLst>
          <pc:docMk/>
          <pc:sldMk cId="0" sldId="306"/>
        </pc:sldMkLst>
      </pc:sldChg>
      <pc:sldChg chg="del">
        <pc:chgData name="Liliana Oliveira" userId="42d4026b03335bd1" providerId="LiveId" clId="{DAB4C586-FB33-481C-BCBE-F163E38AA79A}" dt="2023-07-10T14:00:51.118" v="49" actId="47"/>
        <pc:sldMkLst>
          <pc:docMk/>
          <pc:sldMk cId="0" sldId="307"/>
        </pc:sldMkLst>
      </pc:sldChg>
      <pc:sldChg chg="del">
        <pc:chgData name="Liliana Oliveira" userId="42d4026b03335bd1" providerId="LiveId" clId="{DAB4C586-FB33-481C-BCBE-F163E38AA79A}" dt="2023-07-10T14:00:51.446" v="50" actId="47"/>
        <pc:sldMkLst>
          <pc:docMk/>
          <pc:sldMk cId="0" sldId="308"/>
        </pc:sldMkLst>
      </pc:sldChg>
      <pc:sldChg chg="del">
        <pc:chgData name="Liliana Oliveira" userId="42d4026b03335bd1" providerId="LiveId" clId="{DAB4C586-FB33-481C-BCBE-F163E38AA79A}" dt="2023-07-10T14:00:51.680" v="51" actId="47"/>
        <pc:sldMkLst>
          <pc:docMk/>
          <pc:sldMk cId="0" sldId="309"/>
        </pc:sldMkLst>
      </pc:sldChg>
      <pc:sldChg chg="del">
        <pc:chgData name="Liliana Oliveira" userId="42d4026b03335bd1" providerId="LiveId" clId="{DAB4C586-FB33-481C-BCBE-F163E38AA79A}" dt="2023-07-10T14:00:51.890" v="52" actId="47"/>
        <pc:sldMkLst>
          <pc:docMk/>
          <pc:sldMk cId="0" sldId="310"/>
        </pc:sldMkLst>
      </pc:sldChg>
      <pc:sldChg chg="del">
        <pc:chgData name="Liliana Oliveira" userId="42d4026b03335bd1" providerId="LiveId" clId="{DAB4C586-FB33-481C-BCBE-F163E38AA79A}" dt="2023-07-10T14:00:52.098" v="53" actId="47"/>
        <pc:sldMkLst>
          <pc:docMk/>
          <pc:sldMk cId="0" sldId="311"/>
        </pc:sldMkLst>
      </pc:sldChg>
      <pc:sldChg chg="del">
        <pc:chgData name="Liliana Oliveira" userId="42d4026b03335bd1" providerId="LiveId" clId="{DAB4C586-FB33-481C-BCBE-F163E38AA79A}" dt="2023-07-10T14:00:52.299" v="54" actId="47"/>
        <pc:sldMkLst>
          <pc:docMk/>
          <pc:sldMk cId="0" sldId="312"/>
        </pc:sldMkLst>
      </pc:sldChg>
      <pc:sldChg chg="del">
        <pc:chgData name="Liliana Oliveira" userId="42d4026b03335bd1" providerId="LiveId" clId="{DAB4C586-FB33-481C-BCBE-F163E38AA79A}" dt="2023-07-10T14:00:52.531" v="55" actId="47"/>
        <pc:sldMkLst>
          <pc:docMk/>
          <pc:sldMk cId="0" sldId="313"/>
        </pc:sldMkLst>
      </pc:sldChg>
      <pc:sldChg chg="del">
        <pc:chgData name="Liliana Oliveira" userId="42d4026b03335bd1" providerId="LiveId" clId="{DAB4C586-FB33-481C-BCBE-F163E38AA79A}" dt="2023-07-10T14:00:52.842" v="56" actId="47"/>
        <pc:sldMkLst>
          <pc:docMk/>
          <pc:sldMk cId="0" sldId="314"/>
        </pc:sldMkLst>
      </pc:sldChg>
      <pc:sldChg chg="del">
        <pc:chgData name="Liliana Oliveira" userId="42d4026b03335bd1" providerId="LiveId" clId="{DAB4C586-FB33-481C-BCBE-F163E38AA79A}" dt="2023-07-10T14:00:53.149" v="57" actId="47"/>
        <pc:sldMkLst>
          <pc:docMk/>
          <pc:sldMk cId="0" sldId="315"/>
        </pc:sldMkLst>
      </pc:sldChg>
      <pc:sldChg chg="del">
        <pc:chgData name="Liliana Oliveira" userId="42d4026b03335bd1" providerId="LiveId" clId="{DAB4C586-FB33-481C-BCBE-F163E38AA79A}" dt="2023-07-10T14:00:53.350" v="58" actId="47"/>
        <pc:sldMkLst>
          <pc:docMk/>
          <pc:sldMk cId="0" sldId="316"/>
        </pc:sldMkLst>
      </pc:sldChg>
      <pc:sldChg chg="del">
        <pc:chgData name="Liliana Oliveira" userId="42d4026b03335bd1" providerId="LiveId" clId="{DAB4C586-FB33-481C-BCBE-F163E38AA79A}" dt="2023-07-10T14:00:53.565" v="59" actId="47"/>
        <pc:sldMkLst>
          <pc:docMk/>
          <pc:sldMk cId="0" sldId="317"/>
        </pc:sldMkLst>
      </pc:sldChg>
      <pc:sldChg chg="del">
        <pc:chgData name="Liliana Oliveira" userId="42d4026b03335bd1" providerId="LiveId" clId="{DAB4C586-FB33-481C-BCBE-F163E38AA79A}" dt="2023-07-10T14:00:53.773" v="60" actId="47"/>
        <pc:sldMkLst>
          <pc:docMk/>
          <pc:sldMk cId="0" sldId="318"/>
        </pc:sldMkLst>
      </pc:sldChg>
      <pc:sldChg chg="del">
        <pc:chgData name="Liliana Oliveira" userId="42d4026b03335bd1" providerId="LiveId" clId="{DAB4C586-FB33-481C-BCBE-F163E38AA79A}" dt="2023-07-10T14:00:53.985" v="61" actId="47"/>
        <pc:sldMkLst>
          <pc:docMk/>
          <pc:sldMk cId="0" sldId="319"/>
        </pc:sldMkLst>
      </pc:sldChg>
      <pc:sldChg chg="del">
        <pc:chgData name="Liliana Oliveira" userId="42d4026b03335bd1" providerId="LiveId" clId="{DAB4C586-FB33-481C-BCBE-F163E38AA79A}" dt="2023-07-10T14:00:54.186" v="62" actId="47"/>
        <pc:sldMkLst>
          <pc:docMk/>
          <pc:sldMk cId="0" sldId="320"/>
        </pc:sldMkLst>
      </pc:sldChg>
      <pc:sldChg chg="del">
        <pc:chgData name="Liliana Oliveira" userId="42d4026b03335bd1" providerId="LiveId" clId="{DAB4C586-FB33-481C-BCBE-F163E38AA79A}" dt="2023-07-10T14:00:54.528" v="63" actId="47"/>
        <pc:sldMkLst>
          <pc:docMk/>
          <pc:sldMk cId="0" sldId="321"/>
        </pc:sldMkLst>
      </pc:sldChg>
      <pc:sldChg chg="del">
        <pc:chgData name="Liliana Oliveira" userId="42d4026b03335bd1" providerId="LiveId" clId="{DAB4C586-FB33-481C-BCBE-F163E38AA79A}" dt="2023-07-10T14:00:54.786" v="64" actId="47"/>
        <pc:sldMkLst>
          <pc:docMk/>
          <pc:sldMk cId="0" sldId="322"/>
        </pc:sldMkLst>
      </pc:sldChg>
      <pc:sldChg chg="del">
        <pc:chgData name="Liliana Oliveira" userId="42d4026b03335bd1" providerId="LiveId" clId="{DAB4C586-FB33-481C-BCBE-F163E38AA79A}" dt="2023-07-10T14:00:54.999" v="65" actId="47"/>
        <pc:sldMkLst>
          <pc:docMk/>
          <pc:sldMk cId="0" sldId="323"/>
        </pc:sldMkLst>
      </pc:sldChg>
      <pc:sldChg chg="del">
        <pc:chgData name="Liliana Oliveira" userId="42d4026b03335bd1" providerId="LiveId" clId="{DAB4C586-FB33-481C-BCBE-F163E38AA79A}" dt="2023-07-10T14:00:55.201" v="66" actId="47"/>
        <pc:sldMkLst>
          <pc:docMk/>
          <pc:sldMk cId="0" sldId="324"/>
        </pc:sldMkLst>
      </pc:sldChg>
      <pc:sldChg chg="del">
        <pc:chgData name="Liliana Oliveira" userId="42d4026b03335bd1" providerId="LiveId" clId="{DAB4C586-FB33-481C-BCBE-F163E38AA79A}" dt="2023-07-10T14:00:55.400" v="67" actId="47"/>
        <pc:sldMkLst>
          <pc:docMk/>
          <pc:sldMk cId="0" sldId="325"/>
        </pc:sldMkLst>
      </pc:sldChg>
      <pc:sldChg chg="del">
        <pc:chgData name="Liliana Oliveira" userId="42d4026b03335bd1" providerId="LiveId" clId="{DAB4C586-FB33-481C-BCBE-F163E38AA79A}" dt="2023-07-10T14:00:55.586" v="68" actId="47"/>
        <pc:sldMkLst>
          <pc:docMk/>
          <pc:sldMk cId="0" sldId="326"/>
        </pc:sldMkLst>
      </pc:sldChg>
      <pc:sldChg chg="del">
        <pc:chgData name="Liliana Oliveira" userId="42d4026b03335bd1" providerId="LiveId" clId="{DAB4C586-FB33-481C-BCBE-F163E38AA79A}" dt="2023-07-10T14:04:24.707" v="69" actId="47"/>
        <pc:sldMkLst>
          <pc:docMk/>
          <pc:sldMk cId="0" sldId="327"/>
        </pc:sldMkLst>
      </pc:sldChg>
      <pc:sldChg chg="del">
        <pc:chgData name="Liliana Oliveira" userId="42d4026b03335bd1" providerId="LiveId" clId="{DAB4C586-FB33-481C-BCBE-F163E38AA79A}" dt="2023-07-10T14:04:25.204" v="70" actId="47"/>
        <pc:sldMkLst>
          <pc:docMk/>
          <pc:sldMk cId="0" sldId="328"/>
        </pc:sldMkLst>
      </pc:sldChg>
    </pc:docChg>
  </pc:docChgLst>
  <pc:docChgLst>
    <pc:chgData name="Liliana Oliveira" userId="42d4026b03335bd1" providerId="LiveId" clId="{256DE638-FEDD-46B0-98B2-6551B9745FFA}"/>
    <pc:docChg chg="modSld">
      <pc:chgData name="Liliana Oliveira" userId="42d4026b03335bd1" providerId="LiveId" clId="{256DE638-FEDD-46B0-98B2-6551B9745FFA}" dt="2023-07-10T13:58:22.006" v="11" actId="20577"/>
      <pc:docMkLst>
        <pc:docMk/>
      </pc:docMkLst>
      <pc:sldChg chg="addSp modSp mod">
        <pc:chgData name="Liliana Oliveira" userId="42d4026b03335bd1" providerId="LiveId" clId="{256DE638-FEDD-46B0-98B2-6551B9745FFA}" dt="2023-07-10T13:57:43.287" v="10" actId="20577"/>
        <pc:sldMkLst>
          <pc:docMk/>
          <pc:sldMk cId="0" sldId="256"/>
        </pc:sldMkLst>
        <pc:spChg chg="add mod">
          <ac:chgData name="Liliana Oliveira" userId="42d4026b03335bd1" providerId="LiveId" clId="{256DE638-FEDD-46B0-98B2-6551B9745FFA}" dt="2023-07-10T13:57:43.287" v="10" actId="20577"/>
          <ac:spMkLst>
            <pc:docMk/>
            <pc:sldMk cId="0" sldId="256"/>
            <ac:spMk id="2" creationId="{6C5F4F71-4EAA-3DB1-C926-33F15F8A2C79}"/>
          </ac:spMkLst>
        </pc:spChg>
        <pc:picChg chg="add mod">
          <ac:chgData name="Liliana Oliveira" userId="42d4026b03335bd1" providerId="LiveId" clId="{256DE638-FEDD-46B0-98B2-6551B9745FFA}" dt="2023-07-10T13:57:20.418" v="0"/>
          <ac:picMkLst>
            <pc:docMk/>
            <pc:sldMk cId="0" sldId="256"/>
            <ac:picMk id="3" creationId="{3BF71C3C-1647-2180-492E-CE01D67BF0AB}"/>
          </ac:picMkLst>
        </pc:picChg>
        <pc:picChg chg="add mod">
          <ac:chgData name="Liliana Oliveira" userId="42d4026b03335bd1" providerId="LiveId" clId="{256DE638-FEDD-46B0-98B2-6551B9745FFA}" dt="2023-07-10T13:57:33.385" v="5" actId="1076"/>
          <ac:picMkLst>
            <pc:docMk/>
            <pc:sldMk cId="0" sldId="256"/>
            <ac:picMk id="4" creationId="{A1C025BA-284A-9695-3D9F-5A1F912CB73F}"/>
          </ac:picMkLst>
        </pc:picChg>
        <pc:picChg chg="add mod">
          <ac:chgData name="Liliana Oliveira" userId="42d4026b03335bd1" providerId="LiveId" clId="{256DE638-FEDD-46B0-98B2-6551B9745FFA}" dt="2023-07-10T13:57:31.651" v="4" actId="1076"/>
          <ac:picMkLst>
            <pc:docMk/>
            <pc:sldMk cId="0" sldId="256"/>
            <ac:picMk id="5" creationId="{D61FA41B-01FB-0D01-852F-AABA37C38B0B}"/>
          </ac:picMkLst>
        </pc:picChg>
        <pc:picChg chg="add mod">
          <ac:chgData name="Liliana Oliveira" userId="42d4026b03335bd1" providerId="LiveId" clId="{256DE638-FEDD-46B0-98B2-6551B9745FFA}" dt="2023-07-10T13:57:20.418" v="0"/>
          <ac:picMkLst>
            <pc:docMk/>
            <pc:sldMk cId="0" sldId="256"/>
            <ac:picMk id="6" creationId="{1472A814-450A-6BE7-5AD0-75A1B5EB9A2E}"/>
          </ac:picMkLst>
        </pc:picChg>
        <pc:picChg chg="add mod">
          <ac:chgData name="Liliana Oliveira" userId="42d4026b03335bd1" providerId="LiveId" clId="{256DE638-FEDD-46B0-98B2-6551B9745FFA}" dt="2023-07-10T13:57:20.418" v="0"/>
          <ac:picMkLst>
            <pc:docMk/>
            <pc:sldMk cId="0" sldId="256"/>
            <ac:picMk id="7" creationId="{467CDE9C-AFCE-3068-230D-987C5333C102}"/>
          </ac:picMkLst>
        </pc:picChg>
      </pc:sldChg>
      <pc:sldChg chg="modSp mod">
        <pc:chgData name="Liliana Oliveira" userId="42d4026b03335bd1" providerId="LiveId" clId="{256DE638-FEDD-46B0-98B2-6551B9745FFA}" dt="2023-07-10T13:58:22.006" v="11" actId="20577"/>
        <pc:sldMkLst>
          <pc:docMk/>
          <pc:sldMk cId="0" sldId="283"/>
        </pc:sldMkLst>
        <pc:spChg chg="mod">
          <ac:chgData name="Liliana Oliveira" userId="42d4026b03335bd1" providerId="LiveId" clId="{256DE638-FEDD-46B0-98B2-6551B9745FFA}" dt="2023-07-10T13:58:22.006" v="11" actId="20577"/>
          <ac:spMkLst>
            <pc:docMk/>
            <pc:sldMk cId="0" sldId="283"/>
            <ac:spMk id="3" creationId="{00000000-0000-0000-0000-000000000000}"/>
          </ac:spMkLst>
        </pc:spChg>
      </pc:sldChg>
    </pc:docChg>
  </pc:docChgLst>
  <pc:docChgLst>
    <pc:chgData name="Liliana Oliveira" userId="42d4026b03335bd1" providerId="LiveId" clId="{05E6A4F4-0B60-4D0B-BA56-0C2C9834CB1D}"/>
    <pc:docChg chg="undo custSel addSld delSld modSld">
      <pc:chgData name="Liliana Oliveira" userId="42d4026b03335bd1" providerId="LiveId" clId="{05E6A4F4-0B60-4D0B-BA56-0C2C9834CB1D}" dt="2023-07-10T17:20:29.345" v="342" actId="20577"/>
      <pc:docMkLst>
        <pc:docMk/>
      </pc:docMkLst>
      <pc:sldChg chg="modSp mod">
        <pc:chgData name="Liliana Oliveira" userId="42d4026b03335bd1" providerId="LiveId" clId="{05E6A4F4-0B60-4D0B-BA56-0C2C9834CB1D}" dt="2023-07-10T15:53:44.227" v="37" actId="20577"/>
        <pc:sldMkLst>
          <pc:docMk/>
          <pc:sldMk cId="0" sldId="257"/>
        </pc:sldMkLst>
        <pc:spChg chg="mod">
          <ac:chgData name="Liliana Oliveira" userId="42d4026b03335bd1" providerId="LiveId" clId="{05E6A4F4-0B60-4D0B-BA56-0C2C9834CB1D}" dt="2023-07-10T15:53:44.227" v="37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Liliana Oliveira" userId="42d4026b03335bd1" providerId="LiveId" clId="{05E6A4F4-0B60-4D0B-BA56-0C2C9834CB1D}" dt="2023-07-10T15:52:28.891" v="5" actId="20577"/>
        <pc:sldMkLst>
          <pc:docMk/>
          <pc:sldMk cId="3642820403" sldId="263"/>
        </pc:sldMkLst>
        <pc:spChg chg="mod">
          <ac:chgData name="Liliana Oliveira" userId="42d4026b03335bd1" providerId="LiveId" clId="{05E6A4F4-0B60-4D0B-BA56-0C2C9834CB1D}" dt="2023-07-10T15:52:28.891" v="5" actId="20577"/>
          <ac:spMkLst>
            <pc:docMk/>
            <pc:sldMk cId="3642820403" sldId="263"/>
            <ac:spMk id="3" creationId="{3381D53B-B97F-42A4-22B6-C029DB3C21AB}"/>
          </ac:spMkLst>
        </pc:spChg>
      </pc:sldChg>
      <pc:sldChg chg="modSp mod">
        <pc:chgData name="Liliana Oliveira" userId="42d4026b03335bd1" providerId="LiveId" clId="{05E6A4F4-0B60-4D0B-BA56-0C2C9834CB1D}" dt="2023-07-10T15:34:03.433" v="4" actId="113"/>
        <pc:sldMkLst>
          <pc:docMk/>
          <pc:sldMk cId="2111394934" sldId="264"/>
        </pc:sldMkLst>
        <pc:spChg chg="mod">
          <ac:chgData name="Liliana Oliveira" userId="42d4026b03335bd1" providerId="LiveId" clId="{05E6A4F4-0B60-4D0B-BA56-0C2C9834CB1D}" dt="2023-07-10T15:34:03.433" v="4" actId="113"/>
          <ac:spMkLst>
            <pc:docMk/>
            <pc:sldMk cId="2111394934" sldId="264"/>
            <ac:spMk id="5" creationId="{DCA41B25-658A-3DF0-6E58-1F4370C22A14}"/>
          </ac:spMkLst>
        </pc:spChg>
      </pc:sldChg>
      <pc:sldChg chg="modSp mod">
        <pc:chgData name="Liliana Oliveira" userId="42d4026b03335bd1" providerId="LiveId" clId="{05E6A4F4-0B60-4D0B-BA56-0C2C9834CB1D}" dt="2023-07-10T15:33:50.343" v="3" actId="113"/>
        <pc:sldMkLst>
          <pc:docMk/>
          <pc:sldMk cId="2739895003" sldId="265"/>
        </pc:sldMkLst>
        <pc:spChg chg="mod">
          <ac:chgData name="Liliana Oliveira" userId="42d4026b03335bd1" providerId="LiveId" clId="{05E6A4F4-0B60-4D0B-BA56-0C2C9834CB1D}" dt="2023-07-10T15:33:50.343" v="3" actId="113"/>
          <ac:spMkLst>
            <pc:docMk/>
            <pc:sldMk cId="2739895003" sldId="265"/>
            <ac:spMk id="5" creationId="{A09823B3-4291-398D-0F28-7A2A6296156E}"/>
          </ac:spMkLst>
        </pc:spChg>
      </pc:sldChg>
      <pc:sldChg chg="addSp modSp mod">
        <pc:chgData name="Liliana Oliveira" userId="42d4026b03335bd1" providerId="LiveId" clId="{05E6A4F4-0B60-4D0B-BA56-0C2C9834CB1D}" dt="2023-07-10T16:48:34.609" v="149" actId="14100"/>
        <pc:sldMkLst>
          <pc:docMk/>
          <pc:sldMk cId="3361162796" sldId="267"/>
        </pc:sldMkLst>
        <pc:spChg chg="add mod">
          <ac:chgData name="Liliana Oliveira" userId="42d4026b03335bd1" providerId="LiveId" clId="{05E6A4F4-0B60-4D0B-BA56-0C2C9834CB1D}" dt="2023-07-10T16:48:20.497" v="143" actId="1076"/>
          <ac:spMkLst>
            <pc:docMk/>
            <pc:sldMk cId="3361162796" sldId="267"/>
            <ac:spMk id="5" creationId="{5997CD3B-ACB4-0282-0CBC-A822EBB77F89}"/>
          </ac:spMkLst>
        </pc:spChg>
        <pc:spChg chg="mod">
          <ac:chgData name="Liliana Oliveira" userId="42d4026b03335bd1" providerId="LiveId" clId="{05E6A4F4-0B60-4D0B-BA56-0C2C9834CB1D}" dt="2023-07-10T16:48:15.579" v="141" actId="1076"/>
          <ac:spMkLst>
            <pc:docMk/>
            <pc:sldMk cId="3361162796" sldId="267"/>
            <ac:spMk id="6" creationId="{D2E196C9-C620-0A66-127B-F3A72D07CE88}"/>
          </ac:spMkLst>
        </pc:spChg>
        <pc:spChg chg="add mod">
          <ac:chgData name="Liliana Oliveira" userId="42d4026b03335bd1" providerId="LiveId" clId="{05E6A4F4-0B60-4D0B-BA56-0C2C9834CB1D}" dt="2023-07-10T16:48:25.694" v="145" actId="1076"/>
          <ac:spMkLst>
            <pc:docMk/>
            <pc:sldMk cId="3361162796" sldId="267"/>
            <ac:spMk id="9" creationId="{308C33B7-C412-4EAB-CD62-F8457170F124}"/>
          </ac:spMkLst>
        </pc:spChg>
        <pc:spChg chg="add mod">
          <ac:chgData name="Liliana Oliveira" userId="42d4026b03335bd1" providerId="LiveId" clId="{05E6A4F4-0B60-4D0B-BA56-0C2C9834CB1D}" dt="2023-07-10T16:48:28.392" v="146" actId="1076"/>
          <ac:spMkLst>
            <pc:docMk/>
            <pc:sldMk cId="3361162796" sldId="267"/>
            <ac:spMk id="11" creationId="{8160CEA4-0618-556C-0FA9-9159A3300828}"/>
          </ac:spMkLst>
        </pc:spChg>
        <pc:spChg chg="add mod">
          <ac:chgData name="Liliana Oliveira" userId="42d4026b03335bd1" providerId="LiveId" clId="{05E6A4F4-0B60-4D0B-BA56-0C2C9834CB1D}" dt="2023-07-10T16:48:34.609" v="149" actId="14100"/>
          <ac:spMkLst>
            <pc:docMk/>
            <pc:sldMk cId="3361162796" sldId="267"/>
            <ac:spMk id="13" creationId="{EB8AE936-8EF3-6749-8992-9EF04CF4C581}"/>
          </ac:spMkLst>
        </pc:spChg>
      </pc:sldChg>
      <pc:sldChg chg="modSp mod">
        <pc:chgData name="Liliana Oliveira" userId="42d4026b03335bd1" providerId="LiveId" clId="{05E6A4F4-0B60-4D0B-BA56-0C2C9834CB1D}" dt="2023-07-10T15:33:30.148" v="0" actId="113"/>
        <pc:sldMkLst>
          <pc:docMk/>
          <pc:sldMk cId="2181327277" sldId="268"/>
        </pc:sldMkLst>
        <pc:spChg chg="mod">
          <ac:chgData name="Liliana Oliveira" userId="42d4026b03335bd1" providerId="LiveId" clId="{05E6A4F4-0B60-4D0B-BA56-0C2C9834CB1D}" dt="2023-07-10T15:33:30.148" v="0" actId="113"/>
          <ac:spMkLst>
            <pc:docMk/>
            <pc:sldMk cId="2181327277" sldId="268"/>
            <ac:spMk id="5" creationId="{A09823B3-4291-398D-0F28-7A2A6296156E}"/>
          </ac:spMkLst>
        </pc:spChg>
      </pc:sldChg>
      <pc:sldChg chg="modSp add mod">
        <pc:chgData name="Liliana Oliveira" userId="42d4026b03335bd1" providerId="LiveId" clId="{05E6A4F4-0B60-4D0B-BA56-0C2C9834CB1D}" dt="2023-07-10T15:54:22.586" v="61" actId="20577"/>
        <pc:sldMkLst>
          <pc:docMk/>
          <pc:sldMk cId="761556118" sldId="274"/>
        </pc:sldMkLst>
        <pc:spChg chg="mod">
          <ac:chgData name="Liliana Oliveira" userId="42d4026b03335bd1" providerId="LiveId" clId="{05E6A4F4-0B60-4D0B-BA56-0C2C9834CB1D}" dt="2023-07-10T15:54:22.586" v="61" actId="20577"/>
          <ac:spMkLst>
            <pc:docMk/>
            <pc:sldMk cId="761556118" sldId="274"/>
            <ac:spMk id="5" creationId="{DCA41B25-658A-3DF0-6E58-1F4370C22A14}"/>
          </ac:spMkLst>
        </pc:spChg>
      </pc:sldChg>
      <pc:sldChg chg="add del">
        <pc:chgData name="Liliana Oliveira" userId="42d4026b03335bd1" providerId="LiveId" clId="{05E6A4F4-0B60-4D0B-BA56-0C2C9834CB1D}" dt="2023-07-10T15:33:43.454" v="2" actId="2890"/>
        <pc:sldMkLst>
          <pc:docMk/>
          <pc:sldMk cId="2636569593" sldId="274"/>
        </pc:sldMkLst>
      </pc:sldChg>
      <pc:sldChg chg="addSp modSp new mod">
        <pc:chgData name="Liliana Oliveira" userId="42d4026b03335bd1" providerId="LiveId" clId="{05E6A4F4-0B60-4D0B-BA56-0C2C9834CB1D}" dt="2023-07-10T17:20:29.345" v="342" actId="20577"/>
        <pc:sldMkLst>
          <pc:docMk/>
          <pc:sldMk cId="2597674053" sldId="275"/>
        </pc:sldMkLst>
        <pc:spChg chg="mod">
          <ac:chgData name="Liliana Oliveira" userId="42d4026b03335bd1" providerId="LiveId" clId="{05E6A4F4-0B60-4D0B-BA56-0C2C9834CB1D}" dt="2023-07-10T16:08:36.762" v="115" actId="1076"/>
          <ac:spMkLst>
            <pc:docMk/>
            <pc:sldMk cId="2597674053" sldId="275"/>
            <ac:spMk id="2" creationId="{9F89A421-66D7-5972-1A06-3A650BFD4D62}"/>
          </ac:spMkLst>
        </pc:spChg>
        <pc:spChg chg="add mod">
          <ac:chgData name="Liliana Oliveira" userId="42d4026b03335bd1" providerId="LiveId" clId="{05E6A4F4-0B60-4D0B-BA56-0C2C9834CB1D}" dt="2023-07-10T16:12:28.761" v="121" actId="14100"/>
          <ac:spMkLst>
            <pc:docMk/>
            <pc:sldMk cId="2597674053" sldId="275"/>
            <ac:spMk id="5" creationId="{6CAAEA4F-DB0C-C64A-AD36-B5CA4C2FE3C8}"/>
          </ac:spMkLst>
        </pc:spChg>
        <pc:spChg chg="add mod">
          <ac:chgData name="Liliana Oliveira" userId="42d4026b03335bd1" providerId="LiveId" clId="{05E6A4F4-0B60-4D0B-BA56-0C2C9834CB1D}" dt="2023-07-10T17:20:29.345" v="342" actId="20577"/>
          <ac:spMkLst>
            <pc:docMk/>
            <pc:sldMk cId="2597674053" sldId="275"/>
            <ac:spMk id="7" creationId="{FC893086-DBA8-E67C-1F34-60548C7FF06C}"/>
          </ac:spMkLst>
        </pc:spChg>
        <pc:spChg chg="add mod">
          <ac:chgData name="Liliana Oliveira" userId="42d4026b03335bd1" providerId="LiveId" clId="{05E6A4F4-0B60-4D0B-BA56-0C2C9834CB1D}" dt="2023-07-10T16:12:42.122" v="125" actId="1076"/>
          <ac:spMkLst>
            <pc:docMk/>
            <pc:sldMk cId="2597674053" sldId="275"/>
            <ac:spMk id="9" creationId="{DD513CA8-A7C0-4DB0-30D6-57D89BD21C0A}"/>
          </ac:spMkLst>
        </pc:spChg>
        <pc:spChg chg="add mod">
          <ac:chgData name="Liliana Oliveira" userId="42d4026b03335bd1" providerId="LiveId" clId="{05E6A4F4-0B60-4D0B-BA56-0C2C9834CB1D}" dt="2023-07-10T16:12:39.915" v="124" actId="1076"/>
          <ac:spMkLst>
            <pc:docMk/>
            <pc:sldMk cId="2597674053" sldId="275"/>
            <ac:spMk id="11" creationId="{F492DC86-B42B-7757-F452-CBFB87360D93}"/>
          </ac:spMkLst>
        </pc:spChg>
        <pc:spChg chg="add mod">
          <ac:chgData name="Liliana Oliveira" userId="42d4026b03335bd1" providerId="LiveId" clId="{05E6A4F4-0B60-4D0B-BA56-0C2C9834CB1D}" dt="2023-07-10T16:12:46.929" v="127" actId="14100"/>
          <ac:spMkLst>
            <pc:docMk/>
            <pc:sldMk cId="2597674053" sldId="275"/>
            <ac:spMk id="13" creationId="{B5711E25-4462-DD22-5628-C02DAE5D967C}"/>
          </ac:spMkLst>
        </pc:spChg>
      </pc:sldChg>
      <pc:sldChg chg="addSp delSp modSp new mod">
        <pc:chgData name="Liliana Oliveira" userId="42d4026b03335bd1" providerId="LiveId" clId="{05E6A4F4-0B60-4D0B-BA56-0C2C9834CB1D}" dt="2023-07-10T16:51:12.205" v="243" actId="1076"/>
        <pc:sldMkLst>
          <pc:docMk/>
          <pc:sldMk cId="2497294280" sldId="276"/>
        </pc:sldMkLst>
        <pc:spChg chg="mod">
          <ac:chgData name="Liliana Oliveira" userId="42d4026b03335bd1" providerId="LiveId" clId="{05E6A4F4-0B60-4D0B-BA56-0C2C9834CB1D}" dt="2023-07-10T16:50:57.609" v="238" actId="20577"/>
          <ac:spMkLst>
            <pc:docMk/>
            <pc:sldMk cId="2497294280" sldId="276"/>
            <ac:spMk id="2" creationId="{47E25D2B-4C9D-F78B-EE0E-41C17397BC72}"/>
          </ac:spMkLst>
        </pc:spChg>
        <pc:spChg chg="add mod">
          <ac:chgData name="Liliana Oliveira" userId="42d4026b03335bd1" providerId="LiveId" clId="{05E6A4F4-0B60-4D0B-BA56-0C2C9834CB1D}" dt="2023-07-10T16:51:12.205" v="243" actId="1076"/>
          <ac:spMkLst>
            <pc:docMk/>
            <pc:sldMk cId="2497294280" sldId="276"/>
            <ac:spMk id="5" creationId="{B70C4D7C-5C71-71AA-4D5E-74AA00453019}"/>
          </ac:spMkLst>
        </pc:spChg>
        <pc:spChg chg="add del">
          <ac:chgData name="Liliana Oliveira" userId="42d4026b03335bd1" providerId="LiveId" clId="{05E6A4F4-0B60-4D0B-BA56-0C2C9834CB1D}" dt="2023-07-10T16:50:41.929" v="205"/>
          <ac:spMkLst>
            <pc:docMk/>
            <pc:sldMk cId="2497294280" sldId="276"/>
            <ac:spMk id="8" creationId="{FFB88C5F-044E-2C5B-19C2-18CCED9D1B2F}"/>
          </ac:spMkLst>
        </pc:spChg>
        <pc:spChg chg="add mod">
          <ac:chgData name="Liliana Oliveira" userId="42d4026b03335bd1" providerId="LiveId" clId="{05E6A4F4-0B60-4D0B-BA56-0C2C9834CB1D}" dt="2023-07-10T16:51:09.630" v="242" actId="1076"/>
          <ac:spMkLst>
            <pc:docMk/>
            <pc:sldMk cId="2497294280" sldId="276"/>
            <ac:spMk id="10" creationId="{90FC8E8A-93B0-FADC-371A-D27823A25096}"/>
          </ac:spMkLst>
        </pc:spChg>
        <pc:picChg chg="add mod">
          <ac:chgData name="Liliana Oliveira" userId="42d4026b03335bd1" providerId="LiveId" clId="{05E6A4F4-0B60-4D0B-BA56-0C2C9834CB1D}" dt="2023-07-10T16:50:04.479" v="203" actId="1076"/>
          <ac:picMkLst>
            <pc:docMk/>
            <pc:sldMk cId="2497294280" sldId="276"/>
            <ac:picMk id="7" creationId="{00003E77-308D-23C0-DAC0-4EC91C630F10}"/>
          </ac:picMkLst>
        </pc:picChg>
      </pc:sldChg>
      <pc:sldChg chg="addSp delSp modSp add mod">
        <pc:chgData name="Liliana Oliveira" userId="42d4026b03335bd1" providerId="LiveId" clId="{05E6A4F4-0B60-4D0B-BA56-0C2C9834CB1D}" dt="2023-07-10T16:54:45.285" v="340" actId="1076"/>
        <pc:sldMkLst>
          <pc:docMk/>
          <pc:sldMk cId="4176242054" sldId="277"/>
        </pc:sldMkLst>
        <pc:spChg chg="mod">
          <ac:chgData name="Liliana Oliveira" userId="42d4026b03335bd1" providerId="LiveId" clId="{05E6A4F4-0B60-4D0B-BA56-0C2C9834CB1D}" dt="2023-07-10T16:52:38.449" v="261" actId="20577"/>
          <ac:spMkLst>
            <pc:docMk/>
            <pc:sldMk cId="4176242054" sldId="277"/>
            <ac:spMk id="2" creationId="{47E25D2B-4C9D-F78B-EE0E-41C17397BC72}"/>
          </ac:spMkLst>
        </pc:spChg>
        <pc:spChg chg="del">
          <ac:chgData name="Liliana Oliveira" userId="42d4026b03335bd1" providerId="LiveId" clId="{05E6A4F4-0B60-4D0B-BA56-0C2C9834CB1D}" dt="2023-07-10T16:52:52.161" v="262" actId="478"/>
          <ac:spMkLst>
            <pc:docMk/>
            <pc:sldMk cId="4176242054" sldId="277"/>
            <ac:spMk id="5" creationId="{B70C4D7C-5C71-71AA-4D5E-74AA00453019}"/>
          </ac:spMkLst>
        </pc:spChg>
        <pc:spChg chg="add mod">
          <ac:chgData name="Liliana Oliveira" userId="42d4026b03335bd1" providerId="LiveId" clId="{05E6A4F4-0B60-4D0B-BA56-0C2C9834CB1D}" dt="2023-07-10T16:53:35.414" v="312" actId="14100"/>
          <ac:spMkLst>
            <pc:docMk/>
            <pc:sldMk cId="4176242054" sldId="277"/>
            <ac:spMk id="6" creationId="{B8726B1D-7A70-B0F3-3DA1-F97A733E687A}"/>
          </ac:spMkLst>
        </pc:spChg>
        <pc:spChg chg="add mod">
          <ac:chgData name="Liliana Oliveira" userId="42d4026b03335bd1" providerId="LiveId" clId="{05E6A4F4-0B60-4D0B-BA56-0C2C9834CB1D}" dt="2023-07-10T16:54:03.980" v="333" actId="1076"/>
          <ac:spMkLst>
            <pc:docMk/>
            <pc:sldMk cId="4176242054" sldId="277"/>
            <ac:spMk id="9" creationId="{02FED814-9BE4-1C30-ADD4-E62432DC76A0}"/>
          </ac:spMkLst>
        </pc:spChg>
        <pc:spChg chg="mod">
          <ac:chgData name="Liliana Oliveira" userId="42d4026b03335bd1" providerId="LiveId" clId="{05E6A4F4-0B60-4D0B-BA56-0C2C9834CB1D}" dt="2023-07-10T16:53:21.001" v="307" actId="6549"/>
          <ac:spMkLst>
            <pc:docMk/>
            <pc:sldMk cId="4176242054" sldId="277"/>
            <ac:spMk id="10" creationId="{90FC8E8A-93B0-FADC-371A-D27823A25096}"/>
          </ac:spMkLst>
        </pc:spChg>
        <pc:picChg chg="del">
          <ac:chgData name="Liliana Oliveira" userId="42d4026b03335bd1" providerId="LiveId" clId="{05E6A4F4-0B60-4D0B-BA56-0C2C9834CB1D}" dt="2023-07-10T16:53:23.057" v="308" actId="478"/>
          <ac:picMkLst>
            <pc:docMk/>
            <pc:sldMk cId="4176242054" sldId="277"/>
            <ac:picMk id="7" creationId="{00003E77-308D-23C0-DAC0-4EC91C630F10}"/>
          </ac:picMkLst>
        </pc:picChg>
        <pc:picChg chg="add mod">
          <ac:chgData name="Liliana Oliveira" userId="42d4026b03335bd1" providerId="LiveId" clId="{05E6A4F4-0B60-4D0B-BA56-0C2C9834CB1D}" dt="2023-07-10T16:54:43.566" v="339" actId="1076"/>
          <ac:picMkLst>
            <pc:docMk/>
            <pc:sldMk cId="4176242054" sldId="277"/>
            <ac:picMk id="12" creationId="{F1FA35D6-ADB0-E352-5679-47DB57BA9BF7}"/>
          </ac:picMkLst>
        </pc:picChg>
        <pc:picChg chg="add mod">
          <ac:chgData name="Liliana Oliveira" userId="42d4026b03335bd1" providerId="LiveId" clId="{05E6A4F4-0B60-4D0B-BA56-0C2C9834CB1D}" dt="2023-07-10T16:54:45.285" v="340" actId="1076"/>
          <ac:picMkLst>
            <pc:docMk/>
            <pc:sldMk cId="4176242054" sldId="277"/>
            <ac:picMk id="14" creationId="{96B2D22E-F789-8663-0390-890A11FC8A8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950370-0464-4508-980B-6655D416811D}" type="datetimeFigureOut">
              <a:rPr lang="pt-PT" smtClean="0"/>
              <a:t>17/08/2023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7477F0-737C-4780-8CAC-C133372C64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85033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1BD71-F0D3-416A-04D8-162A0DB35A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6FC235-9951-5502-B242-4F149C0F04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E89E9-D03D-5BDA-7681-0CD9DB2D7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pt-PT"/>
              <a:t>9: Introdução às Bases de Dados: SQL e Python</a:t>
            </a:r>
            <a:endParaRPr lang="pt-PT" spc="-1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21324-27F9-56C6-D819-7B99A6F57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60070">
              <a:lnSpc>
                <a:spcPct val="100000"/>
              </a:lnSpc>
              <a:spcBef>
                <a:spcPts val="40"/>
              </a:spcBef>
            </a:pPr>
            <a:r>
              <a:rPr lang="pt-PT"/>
              <a:t>16 Maio </a:t>
            </a:r>
            <a:r>
              <a:rPr lang="pt-PT" spc="-20"/>
              <a:t>2022</a:t>
            </a:r>
            <a:endParaRPr lang="pt-PT" spc="-2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2B1E2-0A30-5A55-DF9D-C960AAA9C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pt-PT" spc="-25" smtClean="0"/>
              <a:t>‹#›</a:t>
            </a:fld>
            <a:endParaRPr lang="pt-PT" spc="-25" dirty="0"/>
          </a:p>
        </p:txBody>
      </p:sp>
    </p:spTree>
    <p:extLst>
      <p:ext uri="{BB962C8B-B14F-4D97-AF65-F5344CB8AC3E}">
        <p14:creationId xmlns:p14="http://schemas.microsoft.com/office/powerpoint/2010/main" val="1672718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E0294-C9E4-9AFE-0DAD-23A90CFD9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26A7B-EF35-893B-0CCE-B7432BDFDA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03696-CF0A-02D7-E441-A3D2D2D3E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pt-PT"/>
              <a:t>9: Introdução às Bases de Dados: SQL e Python</a:t>
            </a:r>
            <a:endParaRPr lang="pt-PT" spc="-1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20189-C7A4-673F-F4FF-D2904C2FA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60070">
              <a:lnSpc>
                <a:spcPct val="100000"/>
              </a:lnSpc>
              <a:spcBef>
                <a:spcPts val="40"/>
              </a:spcBef>
            </a:pPr>
            <a:r>
              <a:rPr lang="pt-PT"/>
              <a:t>16 Maio </a:t>
            </a:r>
            <a:r>
              <a:rPr lang="pt-PT" spc="-20"/>
              <a:t>2022</a:t>
            </a:r>
            <a:endParaRPr lang="pt-PT" spc="-2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F82831-E3CE-09E3-8FE5-416F68A1D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pt-PT" spc="-25" smtClean="0"/>
              <a:t>‹#›</a:t>
            </a:fld>
            <a:endParaRPr lang="pt-PT" spc="-25" dirty="0"/>
          </a:p>
        </p:txBody>
      </p:sp>
    </p:spTree>
    <p:extLst>
      <p:ext uri="{BB962C8B-B14F-4D97-AF65-F5344CB8AC3E}">
        <p14:creationId xmlns:p14="http://schemas.microsoft.com/office/powerpoint/2010/main" val="990857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EDFC2-58BB-7AA8-16EC-724E57196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3F235E-9564-4EC5-E3E3-B2D50F0C4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DBE67-B08F-774B-031D-01A2B8A25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pt-PT"/>
              <a:t>9: Introdução às Bases de Dados: SQL e Python</a:t>
            </a:r>
            <a:endParaRPr lang="pt-PT" spc="-1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AF719A-747F-8BF1-DFF2-92CD32031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60070">
              <a:lnSpc>
                <a:spcPct val="100000"/>
              </a:lnSpc>
              <a:spcBef>
                <a:spcPts val="40"/>
              </a:spcBef>
            </a:pPr>
            <a:r>
              <a:rPr lang="pt-PT"/>
              <a:t>16 Maio </a:t>
            </a:r>
            <a:r>
              <a:rPr lang="pt-PT" spc="-20"/>
              <a:t>2022</a:t>
            </a:r>
            <a:endParaRPr lang="pt-PT" spc="-2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D2AAF-410F-C666-AA68-1277DC082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pt-PT" spc="-25" smtClean="0"/>
              <a:t>‹#›</a:t>
            </a:fld>
            <a:endParaRPr lang="pt-PT" spc="-25" dirty="0"/>
          </a:p>
        </p:txBody>
      </p:sp>
    </p:spTree>
    <p:extLst>
      <p:ext uri="{BB962C8B-B14F-4D97-AF65-F5344CB8AC3E}">
        <p14:creationId xmlns:p14="http://schemas.microsoft.com/office/powerpoint/2010/main" val="2852924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8EAF5-8D8D-5297-AAF9-8D0894E52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40774-0843-A037-07A4-036A2F7E7B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AA8EF7-5F8E-7C5C-A391-16AD61379F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81EA1F-2E2F-F9F6-D04F-700947976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pt-PT"/>
              <a:t>9: Introdução às Bases de Dados: SQL e Python</a:t>
            </a:r>
            <a:endParaRPr lang="pt-PT" spc="-1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3D1A26-49F8-7AC9-0BCA-458E04DBF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60070">
              <a:lnSpc>
                <a:spcPct val="100000"/>
              </a:lnSpc>
              <a:spcBef>
                <a:spcPts val="40"/>
              </a:spcBef>
            </a:pPr>
            <a:r>
              <a:rPr lang="pt-PT"/>
              <a:t>16 Maio </a:t>
            </a:r>
            <a:r>
              <a:rPr lang="pt-PT" spc="-20"/>
              <a:t>2022</a:t>
            </a:r>
            <a:endParaRPr lang="pt-PT" spc="-2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41801B-5888-98E2-9893-E175F7D83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pt-PT" spc="-25" smtClean="0"/>
              <a:t>‹#›</a:t>
            </a:fld>
            <a:endParaRPr lang="pt-PT" spc="-25" dirty="0"/>
          </a:p>
        </p:txBody>
      </p:sp>
    </p:spTree>
    <p:extLst>
      <p:ext uri="{BB962C8B-B14F-4D97-AF65-F5344CB8AC3E}">
        <p14:creationId xmlns:p14="http://schemas.microsoft.com/office/powerpoint/2010/main" val="1230550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4BFBB-E217-6B9D-C1B2-8C76D7B7A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AE96B-8AD9-82BE-40BE-1B97A4D8F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F6AEF4-A6CD-3940-3A41-3A24E127C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4CC30-83D3-CD0F-0119-6C1380D20D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D0BB5B-DC9C-A8F4-604C-60554CEB79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B53F6F-EF54-32D2-A1A2-54CFF3E74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pt-PT"/>
              <a:t>9: Introdução às Bases de Dados: SQL e Python</a:t>
            </a:r>
            <a:endParaRPr lang="pt-PT" spc="-1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805D74-7402-182D-83C2-5E3E31C30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60070">
              <a:lnSpc>
                <a:spcPct val="100000"/>
              </a:lnSpc>
              <a:spcBef>
                <a:spcPts val="40"/>
              </a:spcBef>
            </a:pPr>
            <a:r>
              <a:rPr lang="pt-PT"/>
              <a:t>16 Maio </a:t>
            </a:r>
            <a:r>
              <a:rPr lang="pt-PT" spc="-20"/>
              <a:t>2022</a:t>
            </a:r>
            <a:endParaRPr lang="pt-PT" spc="-2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14AE6B-A7B0-DA68-FD81-D15F380B8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pt-PT" spc="-25" smtClean="0"/>
              <a:t>‹#›</a:t>
            </a:fld>
            <a:endParaRPr lang="pt-PT" spc="-25" dirty="0"/>
          </a:p>
        </p:txBody>
      </p:sp>
    </p:spTree>
    <p:extLst>
      <p:ext uri="{BB962C8B-B14F-4D97-AF65-F5344CB8AC3E}">
        <p14:creationId xmlns:p14="http://schemas.microsoft.com/office/powerpoint/2010/main" val="2049307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52759-4478-8F04-7358-10C08B8BE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341EBD-1C80-4B56-DBE6-60BC9B737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pt-PT"/>
              <a:t>9: Introdução às Bases de Dados: SQL e Python</a:t>
            </a:r>
            <a:endParaRPr lang="pt-PT" spc="-1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707F6D-5D92-7790-7112-2C51BD2AB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60070">
              <a:lnSpc>
                <a:spcPct val="100000"/>
              </a:lnSpc>
              <a:spcBef>
                <a:spcPts val="40"/>
              </a:spcBef>
            </a:pPr>
            <a:r>
              <a:rPr lang="pt-PT"/>
              <a:t>16 Maio </a:t>
            </a:r>
            <a:r>
              <a:rPr lang="pt-PT" spc="-20"/>
              <a:t>2022</a:t>
            </a:r>
            <a:endParaRPr lang="pt-PT" spc="-2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1B6428-0FD6-79BA-5B9D-3ED543E41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pt-PT" spc="-25" smtClean="0"/>
              <a:t>‹#›</a:t>
            </a:fld>
            <a:endParaRPr lang="pt-PT" spc="-25" dirty="0"/>
          </a:p>
        </p:txBody>
      </p:sp>
    </p:spTree>
    <p:extLst>
      <p:ext uri="{BB962C8B-B14F-4D97-AF65-F5344CB8AC3E}">
        <p14:creationId xmlns:p14="http://schemas.microsoft.com/office/powerpoint/2010/main" val="1083435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0BEA25-B9EC-EE7E-A6D5-3A96892CC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pt-PT"/>
              <a:t>9: Introdução às Bases de Dados: SQL e Python</a:t>
            </a:r>
            <a:endParaRPr lang="pt-PT" spc="-1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C3ED15-F54C-869F-FE69-01CCEC2A0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60070">
              <a:lnSpc>
                <a:spcPct val="100000"/>
              </a:lnSpc>
              <a:spcBef>
                <a:spcPts val="40"/>
              </a:spcBef>
            </a:pPr>
            <a:r>
              <a:rPr lang="pt-PT"/>
              <a:t>16 Maio </a:t>
            </a:r>
            <a:r>
              <a:rPr lang="pt-PT" spc="-20"/>
              <a:t>2022</a:t>
            </a:r>
            <a:endParaRPr lang="pt-PT" spc="-2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FE2039-3ED5-B484-B375-26CA367FE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pt-PT" spc="-25" smtClean="0"/>
              <a:t>‹#›</a:t>
            </a:fld>
            <a:endParaRPr lang="pt-PT" spc="-25" dirty="0"/>
          </a:p>
        </p:txBody>
      </p:sp>
    </p:spTree>
    <p:extLst>
      <p:ext uri="{BB962C8B-B14F-4D97-AF65-F5344CB8AC3E}">
        <p14:creationId xmlns:p14="http://schemas.microsoft.com/office/powerpoint/2010/main" val="93515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C7989-F2F8-4813-61FD-F0429E92C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2F7D0-F5E7-22FC-F3CE-AB321C6D2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D34395-3AE6-7F1C-3B9C-8BD636FF1B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5DCA67-F2A6-6194-7CB3-D6F57317B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pt-PT"/>
              <a:t>9: Introdução às Bases de Dados: SQL e Python</a:t>
            </a:r>
            <a:endParaRPr lang="pt-PT" spc="-1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0FA91F-1353-3992-A255-589E03F83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60070">
              <a:lnSpc>
                <a:spcPct val="100000"/>
              </a:lnSpc>
              <a:spcBef>
                <a:spcPts val="40"/>
              </a:spcBef>
            </a:pPr>
            <a:r>
              <a:rPr lang="pt-PT"/>
              <a:t>16 Maio </a:t>
            </a:r>
            <a:r>
              <a:rPr lang="pt-PT" spc="-20"/>
              <a:t>2022</a:t>
            </a:r>
            <a:endParaRPr lang="pt-PT" spc="-2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920F96-B657-07B3-15A6-631819193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pt-PT" spc="-25" smtClean="0"/>
              <a:t>‹#›</a:t>
            </a:fld>
            <a:endParaRPr lang="pt-PT" spc="-25" dirty="0"/>
          </a:p>
        </p:txBody>
      </p:sp>
    </p:spTree>
    <p:extLst>
      <p:ext uri="{BB962C8B-B14F-4D97-AF65-F5344CB8AC3E}">
        <p14:creationId xmlns:p14="http://schemas.microsoft.com/office/powerpoint/2010/main" val="4229585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5E996-EB5A-BABB-7422-640BE9118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1F9D62-C420-2466-3759-E6834D62A8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C8226E-AFE2-BAFE-51FF-1ED48A91B8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5409D8-68F7-7996-DBD5-90A01AB04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pt-PT"/>
              <a:t>9: Introdução às Bases de Dados: SQL e Python</a:t>
            </a:r>
            <a:endParaRPr lang="pt-PT" spc="-1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B787B0-95C7-B1BD-C9B0-4AA2A0999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60070">
              <a:lnSpc>
                <a:spcPct val="100000"/>
              </a:lnSpc>
              <a:spcBef>
                <a:spcPts val="40"/>
              </a:spcBef>
            </a:pPr>
            <a:r>
              <a:rPr lang="pt-PT"/>
              <a:t>16 Maio </a:t>
            </a:r>
            <a:r>
              <a:rPr lang="pt-PT" spc="-20"/>
              <a:t>2022</a:t>
            </a:r>
            <a:endParaRPr lang="pt-PT" spc="-2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5394D6-472C-6B15-A6AE-8BE7CAFB9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pt-PT" spc="-25" smtClean="0"/>
              <a:t>‹#›</a:t>
            </a:fld>
            <a:endParaRPr lang="pt-PT" spc="-25" dirty="0"/>
          </a:p>
        </p:txBody>
      </p:sp>
    </p:spTree>
    <p:extLst>
      <p:ext uri="{BB962C8B-B14F-4D97-AF65-F5344CB8AC3E}">
        <p14:creationId xmlns:p14="http://schemas.microsoft.com/office/powerpoint/2010/main" val="3480968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758EE-7FF5-18C1-4D84-DCEE33D6D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90BC19-194C-BA7C-3809-315809EAB1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11367-748A-55EE-2F27-1AEA743C4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pt-PT"/>
              <a:t>9: Introdução às Bases de Dados: SQL e Python</a:t>
            </a:r>
            <a:endParaRPr lang="pt-PT" spc="-1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24B2A-CF4B-39B1-1118-9296FC06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60070">
              <a:lnSpc>
                <a:spcPct val="100000"/>
              </a:lnSpc>
              <a:spcBef>
                <a:spcPts val="40"/>
              </a:spcBef>
            </a:pPr>
            <a:r>
              <a:rPr lang="pt-PT"/>
              <a:t>16 Maio </a:t>
            </a:r>
            <a:r>
              <a:rPr lang="pt-PT" spc="-20"/>
              <a:t>2022</a:t>
            </a:r>
            <a:endParaRPr lang="pt-PT" spc="-2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351F6-8CF1-40A4-5F5A-D34EF0CBC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pt-PT" spc="-25" smtClean="0"/>
              <a:t>‹#›</a:t>
            </a:fld>
            <a:endParaRPr lang="pt-PT" spc="-25" dirty="0"/>
          </a:p>
        </p:txBody>
      </p:sp>
    </p:spTree>
    <p:extLst>
      <p:ext uri="{BB962C8B-B14F-4D97-AF65-F5344CB8AC3E}">
        <p14:creationId xmlns:p14="http://schemas.microsoft.com/office/powerpoint/2010/main" val="3363618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42ED37-7191-A6BF-3DC7-C3717324BF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3612EC-6E4B-D3C8-AFE0-1C1E5329C7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418FC-E973-F421-CCC4-6D126D16D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pt-PT"/>
              <a:t>9: Introdução às Bases de Dados: SQL e Python</a:t>
            </a:r>
            <a:endParaRPr lang="pt-PT" spc="-1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7BB7C-9054-6E25-CBC1-68B716B66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60070">
              <a:lnSpc>
                <a:spcPct val="100000"/>
              </a:lnSpc>
              <a:spcBef>
                <a:spcPts val="40"/>
              </a:spcBef>
            </a:pPr>
            <a:r>
              <a:rPr lang="pt-PT"/>
              <a:t>16 Maio </a:t>
            </a:r>
            <a:r>
              <a:rPr lang="pt-PT" spc="-20"/>
              <a:t>2022</a:t>
            </a:r>
            <a:endParaRPr lang="pt-PT" spc="-2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F58F8-E009-5855-5840-5484469A9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pt-PT" spc="-25" smtClean="0"/>
              <a:t>‹#›</a:t>
            </a:fld>
            <a:endParaRPr lang="pt-PT" spc="-25" dirty="0"/>
          </a:p>
        </p:txBody>
      </p:sp>
    </p:spTree>
    <p:extLst>
      <p:ext uri="{BB962C8B-B14F-4D97-AF65-F5344CB8AC3E}">
        <p14:creationId xmlns:p14="http://schemas.microsoft.com/office/powerpoint/2010/main" val="759891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DD89CE-37D7-DE55-810F-4BED5038F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D45A8-8D77-17D3-549A-1173637A46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EF6B1-67E4-54ED-6150-ED394A1341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pt-PT"/>
              <a:t>9: Introdução às Bases de Dados: SQL e Python</a:t>
            </a:r>
            <a:endParaRPr lang="pt-PT" spc="-1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97625-09E9-718C-2F65-762C8F4D9D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560070">
              <a:lnSpc>
                <a:spcPct val="100000"/>
              </a:lnSpc>
              <a:spcBef>
                <a:spcPts val="40"/>
              </a:spcBef>
            </a:pPr>
            <a:r>
              <a:rPr lang="pt-PT"/>
              <a:t>16 Maio </a:t>
            </a:r>
            <a:r>
              <a:rPr lang="pt-PT" spc="-20"/>
              <a:t>2022</a:t>
            </a:r>
            <a:endParaRPr lang="pt-PT" spc="-2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DCF5FA-4899-AE65-7E00-8E5D125CD6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pt-PT" spc="-25" smtClean="0"/>
              <a:t>‹#›</a:t>
            </a:fld>
            <a:endParaRPr lang="pt-PT" spc="-25" dirty="0"/>
          </a:p>
        </p:txBody>
      </p:sp>
    </p:spTree>
    <p:extLst>
      <p:ext uri="{BB962C8B-B14F-4D97-AF65-F5344CB8AC3E}">
        <p14:creationId xmlns:p14="http://schemas.microsoft.com/office/powerpoint/2010/main" val="1953582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ipywidgets.readthedocs.io/en/stable/examples/Widget%20List.html" TargetMode="External"/><Relationship Id="rId2" Type="http://schemas.openxmlformats.org/officeDocument/2006/relationships/hyperlink" Target="https://ipywidgets.readthedocs.io/en/stable/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coderzcolumn.com/tutorials/python/interactive-widgets-in-jupyter-notebook-using-ipywidgets" TargetMode="External"/><Relationship Id="rId5" Type="http://schemas.openxmlformats.org/officeDocument/2006/relationships/hyperlink" Target="https://pypi.org/project/ipywidgets/" TargetMode="External"/><Relationship Id="rId4" Type="http://schemas.openxmlformats.org/officeDocument/2006/relationships/hyperlink" Target="https://ipython-books.github.io/33-mastering-widgets-in-the-jupyter-notebook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0E013AD-95E6-05D0-5FDA-CFCDE8804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pt-PT" spc="-25" smtClean="0"/>
              <a:t>1</a:t>
            </a:fld>
            <a:endParaRPr lang="pt-PT" spc="-25" dirty="0"/>
          </a:p>
        </p:txBody>
      </p:sp>
      <p:sp>
        <p:nvSpPr>
          <p:cNvPr id="2" name="Subtítulo 2">
            <a:extLst>
              <a:ext uri="{FF2B5EF4-FFF2-40B4-BE49-F238E27FC236}">
                <a16:creationId xmlns:a16="http://schemas.microsoft.com/office/drawing/2014/main" id="{6C5F4F71-4EAA-3DB1-C926-33F15F8A2C79}"/>
              </a:ext>
            </a:extLst>
          </p:cNvPr>
          <p:cNvSpPr txBox="1">
            <a:spLocks/>
          </p:cNvSpPr>
          <p:nvPr/>
        </p:nvSpPr>
        <p:spPr>
          <a:xfrm>
            <a:off x="2137770" y="1580306"/>
            <a:ext cx="4320180" cy="2058012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defPPr>
              <a:defRPr lang="pt-P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hangingPunct="0"/>
            <a:r>
              <a:rPr lang="pt-PT" b="1" dirty="0">
                <a:solidFill>
                  <a:schemeClr val="tx1"/>
                </a:solidFill>
              </a:rPr>
              <a:t>Apresentação </a:t>
            </a:r>
            <a:r>
              <a:rPr lang="pt-PT" b="1" dirty="0" err="1">
                <a:solidFill>
                  <a:schemeClr val="tx1"/>
                </a:solidFill>
              </a:rPr>
              <a:t>Widgets</a:t>
            </a:r>
            <a:r>
              <a:rPr lang="pt-PT" b="1" dirty="0">
                <a:solidFill>
                  <a:schemeClr val="tx1"/>
                </a:solidFill>
              </a:rPr>
              <a:t> 01  – Fundamentos de </a:t>
            </a:r>
            <a:r>
              <a:rPr lang="pt-PT" b="1" dirty="0" err="1">
                <a:solidFill>
                  <a:schemeClr val="tx1"/>
                </a:solidFill>
              </a:rPr>
              <a:t>Python</a:t>
            </a:r>
            <a:r>
              <a:rPr lang="pt-PT" b="1" dirty="0">
                <a:solidFill>
                  <a:schemeClr val="tx1"/>
                </a:solidFill>
              </a:rPr>
              <a:t> (UFCD 10793)</a:t>
            </a:r>
            <a:endParaRPr lang="pt-PT" dirty="0">
              <a:solidFill>
                <a:schemeClr val="tx1"/>
              </a:solidFill>
            </a:endParaRPr>
          </a:p>
          <a:p>
            <a:pPr algn="ctr" hangingPunct="0"/>
            <a:r>
              <a:rPr lang="pt-PT" dirty="0">
                <a:solidFill>
                  <a:schemeClr val="tx1"/>
                </a:solidFill>
              </a:rPr>
              <a:t> </a:t>
            </a:r>
          </a:p>
          <a:p>
            <a:pPr algn="ctr" hangingPunct="0"/>
            <a:r>
              <a:rPr lang="pt-PT" b="1" dirty="0">
                <a:solidFill>
                  <a:schemeClr val="tx1"/>
                </a:solidFill>
              </a:rPr>
              <a:t>Sandra Liliana Meira de Oliveira</a:t>
            </a:r>
            <a:endParaRPr lang="pt-PT" dirty="0">
              <a:solidFill>
                <a:schemeClr val="tx1"/>
              </a:solidFill>
            </a:endParaRPr>
          </a:p>
          <a:p>
            <a:pPr algn="ctr" hangingPunct="0"/>
            <a:r>
              <a:rPr lang="pt-PT" dirty="0">
                <a:solidFill>
                  <a:schemeClr val="tx1"/>
                </a:solidFill>
              </a:rPr>
              <a:t> </a:t>
            </a:r>
          </a:p>
          <a:p>
            <a:pPr algn="ctr" hangingPunct="0"/>
            <a:endParaRPr lang="pt-PT" dirty="0">
              <a:solidFill>
                <a:schemeClr val="tx1"/>
              </a:solidFill>
            </a:endParaRPr>
          </a:p>
          <a:p>
            <a:pPr algn="ctr" hangingPunct="0"/>
            <a:r>
              <a:rPr lang="pt-PT" b="1" cap="small" dirty="0">
                <a:solidFill>
                  <a:schemeClr val="tx1"/>
                </a:solidFill>
              </a:rPr>
              <a:t> </a:t>
            </a:r>
            <a:endParaRPr lang="pt-PT" dirty="0">
              <a:solidFill>
                <a:schemeClr val="tx1"/>
              </a:solidFill>
            </a:endParaRPr>
          </a:p>
          <a:p>
            <a:pPr algn="ctr" hangingPunct="0"/>
            <a:r>
              <a:rPr lang="pt-PT" b="1" cap="small" dirty="0">
                <a:solidFill>
                  <a:schemeClr val="tx1"/>
                </a:solidFill>
              </a:rPr>
              <a:t> </a:t>
            </a:r>
            <a:endParaRPr lang="pt-PT" dirty="0">
              <a:solidFill>
                <a:schemeClr val="tx1"/>
              </a:solidFill>
            </a:endParaRPr>
          </a:p>
          <a:p>
            <a:pPr algn="ctr" hangingPunct="0"/>
            <a:r>
              <a:rPr lang="pt-PT" dirty="0">
                <a:solidFill>
                  <a:schemeClr val="tx1"/>
                </a:solidFill>
              </a:rPr>
              <a:t> </a:t>
            </a:r>
          </a:p>
          <a:p>
            <a:pPr algn="ctr" hangingPunct="0"/>
            <a:r>
              <a:rPr lang="pt-PT" dirty="0">
                <a:solidFill>
                  <a:schemeClr val="tx1"/>
                </a:solidFill>
              </a:rPr>
              <a:t> </a:t>
            </a:r>
          </a:p>
          <a:p>
            <a:pPr algn="ctr"/>
            <a:endParaRPr lang="pt-PT" dirty="0">
              <a:solidFill>
                <a:schemeClr val="tx1"/>
              </a:solidFill>
            </a:endParaRPr>
          </a:p>
        </p:txBody>
      </p:sp>
      <p:pic>
        <p:nvPicPr>
          <p:cNvPr id="3" name="Imagem4">
            <a:extLst>
              <a:ext uri="{FF2B5EF4-FFF2-40B4-BE49-F238E27FC236}">
                <a16:creationId xmlns:a16="http://schemas.microsoft.com/office/drawing/2014/main" id="{3BF71C3C-1647-2180-492E-CE01D67BF0AB}"/>
              </a:ext>
            </a:extLst>
          </p:cNvPr>
          <p:cNvPicPr/>
          <p:nvPr/>
        </p:nvPicPr>
        <p:blipFill>
          <a:blip r:embed="rId2"/>
          <a:srcRect l="-26" t="-39" r="-26" b="-39"/>
          <a:stretch>
            <a:fillRect/>
          </a:stretch>
        </p:blipFill>
        <p:spPr bwMode="auto">
          <a:xfrm>
            <a:off x="2297201" y="394920"/>
            <a:ext cx="965174" cy="566965"/>
          </a:xfrm>
          <a:prstGeom prst="rect">
            <a:avLst/>
          </a:prstGeom>
        </p:spPr>
      </p:pic>
      <p:pic>
        <p:nvPicPr>
          <p:cNvPr id="4" name="Imagem 1">
            <a:extLst>
              <a:ext uri="{FF2B5EF4-FFF2-40B4-BE49-F238E27FC236}">
                <a16:creationId xmlns:a16="http://schemas.microsoft.com/office/drawing/2014/main" id="{A1C025BA-284A-9695-3D9F-5A1F912CB73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2811"/>
          <a:stretch/>
        </p:blipFill>
        <p:spPr>
          <a:xfrm>
            <a:off x="2415370" y="5592632"/>
            <a:ext cx="4789681" cy="870448"/>
          </a:xfrm>
          <a:prstGeom prst="rect">
            <a:avLst/>
          </a:prstGeom>
        </p:spPr>
      </p:pic>
      <p:pic>
        <p:nvPicPr>
          <p:cNvPr id="5" name="Imagem 9">
            <a:extLst>
              <a:ext uri="{FF2B5EF4-FFF2-40B4-BE49-F238E27FC236}">
                <a16:creationId xmlns:a16="http://schemas.microsoft.com/office/drawing/2014/main" id="{D61FA41B-01FB-0D01-852F-AABA37C38B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2878" y="3034309"/>
            <a:ext cx="3154666" cy="1849642"/>
          </a:xfrm>
          <a:prstGeom prst="rect">
            <a:avLst/>
          </a:prstGeom>
        </p:spPr>
      </p:pic>
      <p:pic>
        <p:nvPicPr>
          <p:cNvPr id="6" name="Imagem 10">
            <a:extLst>
              <a:ext uri="{FF2B5EF4-FFF2-40B4-BE49-F238E27FC236}">
                <a16:creationId xmlns:a16="http://schemas.microsoft.com/office/drawing/2014/main" id="{1472A814-450A-6BE7-5AD0-75A1B5EB9A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998" y="345786"/>
            <a:ext cx="1555453" cy="913708"/>
          </a:xfrm>
          <a:prstGeom prst="rect">
            <a:avLst/>
          </a:prstGeom>
        </p:spPr>
      </p:pic>
      <p:pic>
        <p:nvPicPr>
          <p:cNvPr id="7" name="Imagem 3">
            <a:extLst>
              <a:ext uri="{FF2B5EF4-FFF2-40B4-BE49-F238E27FC236}">
                <a16:creationId xmlns:a16="http://schemas.microsoft.com/office/drawing/2014/main" id="{467CDE9C-AFCE-3068-230D-987C5333C10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2191" y="345786"/>
            <a:ext cx="4535722" cy="5669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CA41B25-658A-3DF0-6E58-1F4370C22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4343400"/>
            <a:ext cx="7886700" cy="1325563"/>
          </a:xfrm>
        </p:spPr>
        <p:txBody>
          <a:bodyPr/>
          <a:lstStyle/>
          <a:p>
            <a:pPr algn="r"/>
            <a:r>
              <a:rPr lang="en-GB" b="1" dirty="0"/>
              <a:t>Widgets</a:t>
            </a:r>
            <a:endParaRPr lang="pt-PT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D4E5B7-70CA-B313-2707-B9B576F41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pt-PT" spc="-25" smtClean="0"/>
              <a:t>2</a:t>
            </a:fld>
            <a:endParaRPr lang="pt-PT" spc="-25" dirty="0"/>
          </a:p>
        </p:txBody>
      </p:sp>
    </p:spTree>
    <p:extLst>
      <p:ext uri="{BB962C8B-B14F-4D97-AF65-F5344CB8AC3E}">
        <p14:creationId xmlns:p14="http://schemas.microsoft.com/office/powerpoint/2010/main" val="761556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9A421-66D7-5972-1A06-3A650BFD4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420" y="-10492"/>
            <a:ext cx="7886700" cy="1325563"/>
          </a:xfrm>
        </p:spPr>
        <p:txBody>
          <a:bodyPr/>
          <a:lstStyle/>
          <a:p>
            <a:r>
              <a:rPr lang="en-GB" dirty="0"/>
              <a:t>Widgets</a:t>
            </a:r>
            <a:endParaRPr lang="pt-PT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57DF90-A252-A702-CAA4-D5DD5F7AC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pt-PT" spc="-25" smtClean="0"/>
              <a:t>3</a:t>
            </a:fld>
            <a:endParaRPr lang="pt-PT" spc="-25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AAEA4F-DB0C-C64A-AD36-B5CA4C2FE3C8}"/>
              </a:ext>
            </a:extLst>
          </p:cNvPr>
          <p:cNvSpPr txBox="1"/>
          <p:nvPr/>
        </p:nvSpPr>
        <p:spPr>
          <a:xfrm>
            <a:off x="609600" y="1008356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dirty="0" err="1">
                <a:hlinkClick r:id="rId2"/>
              </a:rPr>
              <a:t>Jupyter</a:t>
            </a:r>
            <a:r>
              <a:rPr lang="pt-PT" dirty="0">
                <a:hlinkClick r:id="rId2"/>
              </a:rPr>
              <a:t> </a:t>
            </a:r>
            <a:r>
              <a:rPr lang="pt-PT" dirty="0" err="1">
                <a:hlinkClick r:id="rId2"/>
              </a:rPr>
              <a:t>Widgets</a:t>
            </a:r>
            <a:r>
              <a:rPr lang="pt-PT" dirty="0">
                <a:hlinkClick r:id="rId2"/>
              </a:rPr>
              <a:t> — </a:t>
            </a:r>
            <a:r>
              <a:rPr lang="pt-PT" dirty="0" err="1">
                <a:hlinkClick r:id="rId2"/>
              </a:rPr>
              <a:t>Jupyter</a:t>
            </a:r>
            <a:r>
              <a:rPr lang="pt-PT" dirty="0">
                <a:hlinkClick r:id="rId2"/>
              </a:rPr>
              <a:t> </a:t>
            </a:r>
            <a:r>
              <a:rPr lang="pt-PT" dirty="0" err="1">
                <a:hlinkClick r:id="rId2"/>
              </a:rPr>
              <a:t>Widgets</a:t>
            </a:r>
            <a:r>
              <a:rPr lang="pt-PT" dirty="0">
                <a:hlinkClick r:id="rId2"/>
              </a:rPr>
              <a:t> 8.0.7 </a:t>
            </a:r>
            <a:r>
              <a:rPr lang="pt-PT" dirty="0" err="1">
                <a:hlinkClick r:id="rId2"/>
              </a:rPr>
              <a:t>documentation</a:t>
            </a:r>
            <a:r>
              <a:rPr lang="pt-PT" dirty="0">
                <a:hlinkClick r:id="rId2"/>
              </a:rPr>
              <a:t> (ipywidgets.readthedocs.io)</a:t>
            </a:r>
            <a:endParaRPr lang="pt-PT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893086-DBA8-E67C-1F34-60548C7FF06C}"/>
              </a:ext>
            </a:extLst>
          </p:cNvPr>
          <p:cNvSpPr txBox="1"/>
          <p:nvPr/>
        </p:nvSpPr>
        <p:spPr>
          <a:xfrm>
            <a:off x="609600" y="1103874"/>
            <a:ext cx="8001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pt-PT" b="0" dirty="0">
                <a:effectLst/>
                <a:latin typeface="Consolas" panose="020B0609020204030204" pitchFamily="49" charset="0"/>
              </a:rPr>
            </a:br>
            <a:r>
              <a:rPr lang="pt-PT" b="0" dirty="0">
                <a:effectLst/>
                <a:latin typeface="Consolas" panose="020B0609020204030204" pitchFamily="49" charset="0"/>
              </a:rPr>
              <a:t>São controlos gráficos que permitem uma interatividade com código, gráficos e operações, sem que o utilizador precise usar código explicitamente. </a:t>
            </a:r>
          </a:p>
          <a:p>
            <a:endParaRPr lang="pt-PT" dirty="0">
              <a:latin typeface="Consolas" panose="020B0609020204030204" pitchFamily="49" charset="0"/>
            </a:endParaRPr>
          </a:p>
          <a:p>
            <a:r>
              <a:rPr lang="pt-PT" b="0" dirty="0">
                <a:effectLst/>
                <a:latin typeface="Consolas" panose="020B0609020204030204" pitchFamily="49" charset="0"/>
              </a:rPr>
              <a:t>Em particular</a:t>
            </a:r>
            <a:r>
              <a:rPr lang="pt-PT" dirty="0">
                <a:latin typeface="Consolas" panose="020B0609020204030204" pitchFamily="49" charset="0"/>
              </a:rPr>
              <a:t>: </a:t>
            </a:r>
            <a:r>
              <a:rPr lang="pt-PT" b="0" dirty="0">
                <a:effectLst/>
                <a:latin typeface="Consolas" panose="020B0609020204030204" pitchFamily="49" charset="0"/>
              </a:rPr>
              <a:t>"</a:t>
            </a:r>
            <a:r>
              <a:rPr lang="pt-PT" b="0" i="1" dirty="0">
                <a:effectLst/>
                <a:latin typeface="Consolas" panose="020B0609020204030204" pitchFamily="49" charset="0"/>
              </a:rPr>
              <a:t>*</a:t>
            </a:r>
            <a:r>
              <a:rPr lang="pt-PT" b="0" i="1" dirty="0" err="1">
                <a:effectLst/>
                <a:latin typeface="Consolas" panose="020B0609020204030204" pitchFamily="49" charset="0"/>
              </a:rPr>
              <a:t>sliders</a:t>
            </a:r>
            <a:r>
              <a:rPr lang="pt-PT" b="0" i="1" dirty="0">
                <a:effectLst/>
                <a:latin typeface="Consolas" panose="020B0609020204030204" pitchFamily="49" charset="0"/>
              </a:rPr>
              <a:t>*</a:t>
            </a:r>
            <a:r>
              <a:rPr lang="pt-PT" b="0" dirty="0">
                <a:effectLst/>
                <a:latin typeface="Consolas" panose="020B0609020204030204" pitchFamily="49" charset="0"/>
              </a:rPr>
              <a:t>", botões, caixas de entrada de texto, e alguns selecionadores de listas e calendários.</a:t>
            </a:r>
          </a:p>
          <a:p>
            <a:endParaRPr lang="pt-PT" dirty="0">
              <a:latin typeface="Consolas" panose="020B0609020204030204" pitchFamily="49" charset="0"/>
            </a:endParaRPr>
          </a:p>
          <a:p>
            <a:r>
              <a:rPr lang="pt-PT" b="0" dirty="0">
                <a:effectLst/>
                <a:latin typeface="Consolas" panose="020B0609020204030204" pitchFamily="49" charset="0"/>
              </a:rPr>
              <a:t>É possível também criar </a:t>
            </a:r>
            <a:r>
              <a:rPr lang="pt-PT" b="0" dirty="0" err="1">
                <a:effectLst/>
                <a:latin typeface="Consolas" panose="020B0609020204030204" pitchFamily="49" charset="0"/>
              </a:rPr>
              <a:t>widgets</a:t>
            </a:r>
            <a:r>
              <a:rPr lang="pt-PT" b="0" dirty="0">
                <a:effectLst/>
                <a:latin typeface="Consolas" panose="020B0609020204030204" pitchFamily="49" charset="0"/>
              </a:rPr>
              <a:t> customizados</a:t>
            </a:r>
            <a:endParaRPr lang="pt-PT" dirty="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513CA8-A7C0-4DB0-30D6-57D89BD21C0A}"/>
              </a:ext>
            </a:extLst>
          </p:cNvPr>
          <p:cNvSpPr txBox="1"/>
          <p:nvPr/>
        </p:nvSpPr>
        <p:spPr>
          <a:xfrm>
            <a:off x="532279" y="4669822"/>
            <a:ext cx="73914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PT" dirty="0" err="1">
                <a:hlinkClick r:id="rId3"/>
              </a:rPr>
              <a:t>Widget</a:t>
            </a:r>
            <a:r>
              <a:rPr lang="pt-PT" dirty="0">
                <a:hlinkClick r:id="rId3"/>
              </a:rPr>
              <a:t> </a:t>
            </a:r>
            <a:r>
              <a:rPr lang="pt-PT" dirty="0" err="1">
                <a:hlinkClick r:id="rId3"/>
              </a:rPr>
              <a:t>List</a:t>
            </a:r>
            <a:r>
              <a:rPr lang="pt-PT" dirty="0">
                <a:hlinkClick r:id="rId3"/>
              </a:rPr>
              <a:t> — </a:t>
            </a:r>
            <a:r>
              <a:rPr lang="pt-PT" dirty="0" err="1">
                <a:hlinkClick r:id="rId3"/>
              </a:rPr>
              <a:t>Jupyter</a:t>
            </a:r>
            <a:r>
              <a:rPr lang="pt-PT" dirty="0">
                <a:hlinkClick r:id="rId3"/>
              </a:rPr>
              <a:t> </a:t>
            </a:r>
            <a:r>
              <a:rPr lang="pt-PT" dirty="0" err="1">
                <a:hlinkClick r:id="rId3"/>
              </a:rPr>
              <a:t>Widgets</a:t>
            </a:r>
            <a:r>
              <a:rPr lang="pt-PT" dirty="0">
                <a:hlinkClick r:id="rId3"/>
              </a:rPr>
              <a:t> 8.0.7 </a:t>
            </a:r>
            <a:r>
              <a:rPr lang="pt-PT" dirty="0" err="1">
                <a:hlinkClick r:id="rId3"/>
              </a:rPr>
              <a:t>documentation</a:t>
            </a:r>
            <a:r>
              <a:rPr lang="pt-PT" dirty="0">
                <a:hlinkClick r:id="rId3"/>
              </a:rPr>
              <a:t> (ipywidgets.readthedocs.io)</a:t>
            </a:r>
            <a:endParaRPr lang="pt-PT" dirty="0"/>
          </a:p>
          <a:p>
            <a:pPr algn="just"/>
            <a:endParaRPr lang="pt-PT" dirty="0"/>
          </a:p>
          <a:p>
            <a:pPr algn="just"/>
            <a:r>
              <a:rPr lang="en-GB" dirty="0" err="1">
                <a:hlinkClick r:id="rId4"/>
              </a:rPr>
              <a:t>IPython</a:t>
            </a:r>
            <a:r>
              <a:rPr lang="en-GB" dirty="0">
                <a:hlinkClick r:id="rId4"/>
              </a:rPr>
              <a:t> Cookbook - 3.3. Mastering widgets in the </a:t>
            </a:r>
            <a:r>
              <a:rPr lang="en-GB" dirty="0" err="1">
                <a:hlinkClick r:id="rId4"/>
              </a:rPr>
              <a:t>Jupyter</a:t>
            </a:r>
            <a:r>
              <a:rPr lang="en-GB" dirty="0">
                <a:hlinkClick r:id="rId4"/>
              </a:rPr>
              <a:t> Notebook (ipython-books.github.io)</a:t>
            </a:r>
            <a:endParaRPr lang="pt-PT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92DC86-B42B-7757-F452-CBFB87360D93}"/>
              </a:ext>
            </a:extLst>
          </p:cNvPr>
          <p:cNvSpPr txBox="1"/>
          <p:nvPr/>
        </p:nvSpPr>
        <p:spPr>
          <a:xfrm>
            <a:off x="545726" y="618377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dirty="0" err="1">
                <a:hlinkClick r:id="rId5"/>
              </a:rPr>
              <a:t>ipywidgets</a:t>
            </a:r>
            <a:r>
              <a:rPr lang="pt-PT" dirty="0">
                <a:hlinkClick r:id="rId5"/>
              </a:rPr>
              <a:t> · </a:t>
            </a:r>
            <a:r>
              <a:rPr lang="pt-PT" dirty="0" err="1">
                <a:hlinkClick r:id="rId5"/>
              </a:rPr>
              <a:t>PyPI</a:t>
            </a:r>
            <a:endParaRPr lang="pt-PT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711E25-4462-DD22-5628-C02DAE5D967C}"/>
              </a:ext>
            </a:extLst>
          </p:cNvPr>
          <p:cNvSpPr txBox="1"/>
          <p:nvPr/>
        </p:nvSpPr>
        <p:spPr>
          <a:xfrm>
            <a:off x="609600" y="3693679"/>
            <a:ext cx="7696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>
                <a:hlinkClick r:id="rId6"/>
              </a:rPr>
              <a:t>ipywidgets</a:t>
            </a:r>
            <a:r>
              <a:rPr lang="en-GB" dirty="0">
                <a:hlinkClick r:id="rId6"/>
              </a:rPr>
              <a:t> - An In-depth Guide to Interactive Widgets in </a:t>
            </a:r>
            <a:r>
              <a:rPr lang="en-GB" dirty="0" err="1">
                <a:hlinkClick r:id="rId6"/>
              </a:rPr>
              <a:t>Jupyter</a:t>
            </a:r>
            <a:r>
              <a:rPr lang="en-GB" dirty="0">
                <a:hlinkClick r:id="rId6"/>
              </a:rPr>
              <a:t> Notebook [Python] (coderzcolumn.com)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597674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</TotalTime>
  <Words>147</Words>
  <Application>Microsoft Office PowerPoint</Application>
  <PresentationFormat>On-screen Show (4:3)</PresentationFormat>
  <Paragraphs>25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Consolas</vt:lpstr>
      <vt:lpstr>Office Theme</vt:lpstr>
      <vt:lpstr>PowerPoint Presentation</vt:lpstr>
      <vt:lpstr>Widgets</vt:lpstr>
      <vt:lpstr>Widgets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Liliana Oliveira</cp:lastModifiedBy>
  <cp:revision>2</cp:revision>
  <dcterms:created xsi:type="dcterms:W3CDTF">2023-06-28T14:46:29Z</dcterms:created>
  <dcterms:modified xsi:type="dcterms:W3CDTF">2023-08-16T23:27:55Z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2022-05-16T00:00:00Z</vt:filetime>
  </property>
  <property fmtid="{D5CDD505-2E9C-101B-9397-08002B2CF9AE}" pid="3" name="LastSaved">
    <vt:filetime>2023-06-28T00:00:00Z</vt:filetime>
  </property>
  <property fmtid="{D5CDD505-2E9C-101B-9397-08002B2CF9AE}" pid="4" name="Producer">
    <vt:lpwstr>macOS Version 11.6.2 (Build 20G314) Quartz PDFContext</vt:lpwstr>
  </property>
</Properties>
</file>